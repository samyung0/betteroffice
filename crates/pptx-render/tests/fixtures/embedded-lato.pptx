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embeddedFontLst>
    <p:embeddedFont>
      <p:font typeface="Lato"/>
      <p:regular r:id="rId20"/>
      <p:bold r:id="rId21"/>
    </p:embeddedFont>
  </p:embeddedFont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
  
<Relationship Id="rId20" Type="http://schemas.openxmlformats.org/officeDocument/2006/relationships/font" Target="fonts/Lato-regular.fntdata"/><Relationship Id="rId21" Type="http://schemas.openxmlformats.org/officeDocument/2006/relationships/font" Target="fonts/Lato-bold.fntdata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obj">
  <p:cSld>
    <p:spTree>
      <p:nvGrpSpPr>
        <p:cNvPr id="1" name=""/>
        <p:cNvGrpSpPr/>
        <p:nvPr/>
      </p:nvGrpSpPr>
      <p:grpSpPr/>
      <p:sp>
        <p:nvSpPr>
          <p:cNvPr id="2" name="Layout body"/>
          <p:cNvSpPr txBox="1"/>
          <p:nvPr>
            <p:ph type="body" idx="2"/>
          </p:nvPr>
        </p:nvSpPr>
        <p:spPr>
          <a:xfrm>
            <a:off x="476250" y="28575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compatLnSpc="1"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Layout body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tterOffice Mast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hlink="hlink" folHlink="folHlink" bg1="lt1" tx1="dk1" bg2="lt2" tx2="dk2"/>
  <p:sldLayoutIdLst>
    <p:sldLayoutId id="2147483649" r:id="rId1"/>
  </p:sldLayoutIdLst>
  <p:txStyles>
    <p:titleStyle>
      <a:lvl1pPr algn="l">
        <a:lnSpc>
          <a:spcPct val="80000"/>
        </a:lnSpc>
        <a:defRPr sz="3200" b="1">
          <a:solidFill>
            <a:schemeClr val="dk1"/>
          </a:solidFill>
          <a:latin typeface="+mj-lt"/>
        </a:defRPr>
      </a:lvl1pPr>
    </p:titleStyle>
    <p:bodyStyle>
      <a:lvl1pPr>
        <a:lnSpc>
          <a:spcPct val="80000"/>
        </a:lnSpc>
        <a:buChar char="•"/>
        <a:defRPr sz="1800">
          <a:solidFill>
            <a:schemeClr val="dk1"/>
          </a:solidFill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etteroffice-mark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Master 80%"/>
          <p:cNvSpPr txBox="1"/>
          <p:nvPr>
            <p:ph type="title" idx="0"/>
          </p:nvPr>
        </p:nvSpPr>
        <p:spPr>
          <a:xfrm>
            <a:off x="476250" y="3810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compatLnSpc="1">
            <a:noAutofit/>
          </a:bodyPr>
          <a:lstStyle/>
          <a:p>
            <a:pPr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Master 80%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3" name="Font 80%"/>
          <p:cNvSpPr txBox="1"/>
          <p:nvPr>
            <p:ph type="title" idx="1"/>
          </p:nvPr>
        </p:nvSpPr>
        <p:spPr>
          <a:xfrm>
            <a:off x="4429125" y="3810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compatLnSpc="0">
            <a:noAutofit/>
          </a:bodyPr>
          <a:lstStyle/>
          <a:p>
            <a:pPr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Font 80%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4" name="Exact 72 pt"/>
          <p:cNvSpPr txBox="1"/>
          <p:nvPr/>
        </p:nvSpPr>
        <p:spPr>
          <a:xfrm>
            <a:off x="8334375" y="3810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lnSpc>
                <a:spcPts val="7200"/>
              </a:lnSpc>
              <a:buNone/>
            </a:pPr>
            <a:r>
              <a:rPr sz="3200">
                <a:solidFill>
                  <a:srgbClr val="2040B0"/>
                </a:solidFill>
                <a:latin typeface="Lato"/>
              </a:rPr>
              <a:t>Embedded as text it wraps later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5" name="Layout 120%"/>
          <p:cNvSpPr txBox="1"/>
          <p:nvPr>
            <p:ph type="body" idx="2"/>
          </p:nvPr>
        </p:nvSpPr>
        <p:spPr>
          <a:xfrm>
            <a:off x="476250" y="28575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Layout 120%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6" name="Slide 150%"/>
          <p:cNvSpPr txBox="1"/>
          <p:nvPr>
            <p:ph type="body" idx="2"/>
          </p:nvPr>
        </p:nvSpPr>
        <p:spPr>
          <a:xfrm>
            <a:off x="4429125" y="28575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sz="3200">
                <a:solidFill>
                  <a:srgbClr val="2040B0"/>
                </a:solidFill>
                <a:latin typeface="Arial"/>
              </a:rPr>
              <a:t>Slide 150%</a:t>
            </a:r>
            <a:br>
              <a:rPr sz="3200"/>
            </a:br>
            <a:r>
              <a:rPr sz="3200">
                <a:solidFill>
                  <a:srgbClr val="2040B0"/>
                </a:solidFill>
                <a:latin typeface="Arial"/>
              </a:rPr>
              <a:t>Second line</a:t>
            </a:r>
            <a:endParaRPr sz="3200"/>
          </a:p>
        </p:txBody>
      </p:sp>
      <p:sp>
        <p:nvSpPr>
          <p:cNvPr id="7" name="Unspaced control"/>
          <p:cNvSpPr txBox="1"/>
          <p:nvPr/>
        </p:nvSpPr>
        <p:spPr>
          <a:xfrm>
            <a:off x="8334375" y="28575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>
            <a:noAutofit/>
          </a:bodyPr>
          <a:lstStyle/>
          <a:p>
            <a:pPr>
              <a:buNone/>
            </a:pPr>
            <a:r>
              <a:rPr sz="2400">
                <a:solidFill>
                  <a:srgbClr val="2040B0"/>
                </a:solidFill>
                <a:latin typeface="Arial"/>
              </a:rPr>
              <a:t>Unspaced control</a:t>
            </a:r>
            <a:br>
              <a:rPr sz="2400"/>
            </a:br>
            <a:r>
              <a:rPr sz="2400">
                <a:solidFill>
                  <a:srgbClr val="2040B0"/>
                </a:solidFill>
                <a:latin typeface="Arial"/>
              </a:rPr>
              <a:t>Second line</a:t>
            </a:r>
            <a:endParaRPr sz="2400"/>
          </a:p>
        </p:txBody>
      </p:sp>
      <p:sp>
        <p:nvSpPr>
          <p:cNvPr id="8" name="Shape list 60%"/>
          <p:cNvSpPr txBox="1"/>
          <p:nvPr/>
        </p:nvSpPr>
        <p:spPr>
          <a:xfrm>
            <a:off x="476250" y="5334000"/>
            <a:ext cx="3333750" cy="228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compatLnSpc="1">
            <a:noAutofit/>
          </a:bodyPr>
          <a:lstStyle>
            <a:lvl1pPr>
              <a:lnSpc>
                <a:spcPct val="60000"/>
              </a:lnSpc>
            </a:lvl1pPr>
          </a:lstStyle>
          <a:p>
            <a:pPr>
              <a:buNone/>
            </a:pPr>
            <a:r>
              <a:rPr sz="1800">
                <a:solidFill>
                  <a:srgbClr val="2040B0"/>
                </a:solidFill>
                <a:latin typeface="Arial"/>
              </a:rPr>
              <a:t>Shape list 60%</a:t>
            </a:r>
            <a:br>
              <a:rPr sz="1800"/>
            </a:br>
            <a:r>
              <a:rPr sz="1800">
                <a:solidFill>
                  <a:srgbClr val="2040B0"/>
                </a:solidFill>
                <a:latin typeface="Arial"/>
              </a:rPr>
              <a:t>Second line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tterOffice">
  <a:themeElements>
    <a:clrScheme name="BetterOffice">
      <a:dk1>
        <a:srgbClr val="101828"/>
      </a:dk1>
      <a:lt1>
        <a:srgbClr val="FFFFFF"/>
      </a:lt1>
      <a:dk2>
        <a:srgbClr val="1D2939"/>
      </a:dk2>
      <a:lt2>
        <a:srgbClr val="F8F7F2"/>
      </a:lt2>
      <a:accent1>
        <a:srgbClr val="315EFB"/>
      </a:accent1>
      <a:accent2>
        <a:srgbClr val="16825D"/>
      </a:accent2>
      <a:accent3>
        <a:srgbClr val="D94F35"/>
      </a:accent3>
      <a:accent4>
        <a:srgbClr val="C8F56A"/>
      </a:accent4>
      <a:accent5>
        <a:srgbClr val="8AB4FF"/>
      </a:accent5>
      <a:accent6>
        <a:srgbClr val="667085"/>
      </a:accent6>
      <a:hlink>
        <a:srgbClr val="315EFB"/>
      </a:hlink>
      <a:folHlink>
        <a:srgbClr val="5D6DCB"/>
      </a:folHlink>
    </a:clrScheme>
    <a:fontScheme name="Better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Better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BetterOffice</Application>
  <PresentationFormat>Widescreen</PresentationFormat>
  <Slides>3</Slides>
  <Notes>0</Notes>
  <HiddenSlides>0</HiddenSlides>
  <Company>BetterOffice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BetterOffice — office files without the office</dc:title>
  <dc:creator>BetterOffice</dc:creator>
  <cp:lastModifiedBy>BetterOffice</cp:lastModifiedBy>
  <dcterms:created xsi:type="dcterms:W3CDTF">2026-01-01T00:00:00Z</dcterms:created>
  <dcterms:modified xsi:type="dcterms:W3CDTF">2026-01-01T00:00:00Z</dcterms:modified>
</cp:coreProperties>
</file>