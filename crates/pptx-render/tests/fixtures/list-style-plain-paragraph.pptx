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rompt"/>
          <p:cNvSpPr/>
          <p:nvPr>
            <p:ph type="title"/>
          </p:nvPr>
        </p:nvSpPr>
        <p:spPr>
          <a:xfrm>
            <a:off x="609600" y="381000"/>
            <a:ext cx="10972800" cy="1333500"/>
          </a:xfrm>
          <a:prstGeom prst="rect">
            <a:avLst/>
          </a:prstGeom>
          <a:noFill/>
        </p:spPr>
        <p:txBody>
          <a:bodyPr lIns="0" rIns="0" tIns="0" bIns="0"/>
          <a:lstStyle>
            <a:lvl1pPr algn="ctr">
              <a:defRPr sz="6600" b="1">
                <a:solidFill>
                  <a:srgbClr val="24265D"/>
                </a:solidFill>
                <a:latin typeface="Arial"/>
              </a:defRPr>
            </a:lvl1pPr>
          </a:lstStyle>
          <a:p>
            <a:pPr lvl="0"/>
            <a:r>
              <a:rPr/>
              <a:t>Title prompt</a:t>
            </a:r>
          </a:p>
        </p:txBody>
      </p:sp>
      <p:sp>
        <p:nvSpPr>
          <p:cNvPr id="3" name="Body prompt"/>
          <p:cNvSpPr/>
          <p:nvPr>
            <p:ph type="body" idx="1"/>
          </p:nvPr>
        </p:nvSpPr>
        <p:spPr>
          <a:xfrm>
            <a:off x="609600" y="2190750"/>
            <a:ext cx="5715000" cy="3143250"/>
          </a:xfrm>
          <a:prstGeom prst="rect">
            <a:avLst/>
          </a:prstGeom>
          <a:noFill/>
        </p:spPr>
        <p:txBody>
          <a:bodyPr lIns="0" rIns="0" tIns="0" bIns="0"/>
          <a:lstStyle>
            <a:lvl1pPr marL="228600" indent="-228600">
              <a:buClr>
                <a:srgbClr val="D02020"/>
              </a:buClr>
              <a:buSzPct val="50000"/>
              <a:buFont typeface="Courier New"/>
              <a:buChar char="•"/>
              <a:defRPr sz="1800">
                <a:solidFill>
                  <a:srgbClr val="147D40"/>
                </a:solidFill>
                <a:latin typeface="Arial"/>
              </a:defRPr>
            </a:lvl1pPr>
            <a:lvl2pPr marL="685800" indent="-342900">
              <a:buChar char="–"/>
              <a:defRPr sz="1600">
                <a:solidFill>
                  <a:srgbClr val="2040B0"/>
                </a:solidFill>
                <a:latin typeface="Arial"/>
              </a:defRPr>
            </a:lvl2pPr>
          </a:lstStyle>
          <a:p>
            <a:pPr lvl="0"/>
            <a:r>
              <a:rPr/>
              <a:t>Body prompt</a:t>
            </a:r>
          </a:p>
        </p:txBody>
      </p:sp>
    </p:spTree>
  </p:cSld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Master body prompt"/>
          <p:cNvSpPr/>
          <p:nvPr>
            <p:ph type="body" idx="1"/>
          </p:nvPr>
        </p:nvSpPr>
        <p:spPr>
          <a:xfrm>
            <a:off x="609600" y="2190750"/>
            <a:ext cx="5715000" cy="3143250"/>
          </a:xfrm>
          <a:prstGeom prst="rect">
            <a:avLst/>
          </a:prstGeom>
          <a:noFill/>
        </p:spPr>
        <p:txBody>
          <a:bodyPr lIns="0" rIns="0" tIns="0" bIns="0"/>
          <a:lstStyle>
            <a:lvl1pPr>
              <a:buChar char="+"/>
              <a:defRPr sz="1400">
                <a:solidFill>
                  <a:srgbClr val="888888"/>
                </a:solidFill>
                <a:latin typeface="Arial"/>
              </a:defRPr>
            </a:lvl1pPr>
          </a:lstStyle>
          <a:p>
            <a:pPr lvl="0"/>
            <a:r>
              <a:rPr/>
              <a:t>Master prompt</a:t>
            </a:r>
          </a:p>
        </p:txBody>
      </p:sp>
    </p:spTree>
  </p:cSld>
  <p:sldLayoutIdLst>
    <p:sldLayoutId id="2147483649" r:id="rId1"/>
  </p:sldLayoutIdLst>
  <p:txStyles>
    <p:titleStyle>
      <a:lvl1pPr>
        <a:defRPr sz="3925">
          <a:solidFill>
            <a:srgbClr val="505050"/>
          </a:solidFill>
          <a:latin typeface="Arial"/>
        </a:defRPr>
      </a:lvl1pPr>
    </p:titleStyle>
    <p:bodyStyle>
      <a:lvl1pPr>
        <a:defRPr sz="1800">
          <a:solidFill>
            <a:srgbClr val="505050"/>
          </a:solidFill>
          <a:latin typeface="Arial"/>
        </a:defRPr>
      </a:lvl1pPr>
      <a:lvl2pPr>
        <a:defRPr sz="1600">
          <a:solidFill>
            <a:srgbClr val="505050"/>
          </a:solidFill>
          <a:latin typeface="Arial"/>
        </a:defRPr>
      </a:lvl2pPr>
      <a:lvl3pPr>
        <a:defRPr sz="1400">
          <a:solidFill>
            <a:srgbClr val="505050"/>
          </a:solidFill>
          <a:latin typeface="Arial"/>
        </a:defRPr>
      </a:lvl3pPr>
    </p:body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Inherited title"/>
          <p:cNvSpPr/>
          <p:nvPr>
            <p:ph type="title"/>
          </p:nvPr>
        </p:nvSpPr>
        <p:spPr>
          <a:xfrm>
            <a:off x="609600" y="381000"/>
            <a:ext cx="10972800" cy="13335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lvl="0"/>
            <a:r>
              <a:rPr/>
              <a:t>List style title</a:t>
            </a:r>
          </a:p>
        </p:txBody>
      </p:sp>
      <p:sp>
        <p:nvSpPr>
          <p:cNvPr id="3" name="Inherited bullets"/>
          <p:cNvSpPr/>
          <p:nvPr>
            <p:ph type="body" idx="1"/>
          </p:nvPr>
        </p:nvSpPr>
        <p:spPr>
          <a:xfrm>
            <a:off x="609600" y="2190750"/>
            <a:ext cx="5715000" cy="314325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marL="0" indent="0">
              <a:buNone/>
            </a:pPr>
            <a:r>
              <a:rPr/>
              <a:t>First level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Undefined level</a:t>
            </a:r>
          </a:p>
          <a:p>
            <a:pPr>
              <a:buFontTx/>
              <a:buClrTx/>
              <a:buSzTx/>
            </a:pPr>
            <a:r>
              <a:rPr b="1"/>
              <a:t>Text follows bullet</a:t>
            </a:r>
          </a:p>
        </p:txBody>
      </p:sp>
      <p:sp>
        <p:nvSpPr>
          <p:cNvPr id="4" name="Default list style"/>
          <p:cNvSpPr/>
          <p:nvPr/>
        </p:nvSpPr>
        <p:spPr>
          <a:xfrm>
            <a:off x="7048500" y="2190750"/>
            <a:ext cx="4286250" cy="1714500"/>
          </a:xfrm>
          <a:prstGeom prst="rect">
            <a:avLst/>
          </a:prstGeom>
          <a:noFill/>
        </p:spPr>
        <p:txBody>
          <a:bodyPr lIns="0" rIns="0" tIns="0" bIns="0"/>
          <a:lstStyle>
            <a:defPPr marL="342900" indent="-342900">
              <a:buChar char="*"/>
              <a:defRPr sz="2400">
                <a:solidFill>
                  <a:srgbClr val="9C27B0"/>
                </a:solidFill>
                <a:latin typeface="Arial"/>
              </a:defRPr>
            </a:defPPr>
            <a:lvl1pPr>
              <a:defRPr sz="3000">
                <a:solidFill>
                  <a:srgbClr val="006699"/>
                </a:solidFill>
                <a:latin typeface="Arial"/>
              </a:defRPr>
            </a:lvl1pPr>
          </a:lstStyle>
          <a:p>
            <a:pPr lvl="2"/>
            <a:r>
              <a:rPr/>
              <a:t>Default level</a:t>
            </a:r>
          </a:p>
          <a:p>
            <a:pPr lvl="0"/>
            <a:r>
              <a:rPr/>
              <a:t>Level override</a:t>
            </a:r>
          </a:p>
        </p:txBody>
      </p:sp>
      <p:sp>
        <p:nvSpPr>
          <p:cNvPr id="5" name="Direct override"/>
          <p:cNvSpPr/>
          <p:nvPr/>
        </p:nvSpPr>
        <p:spPr>
          <a:xfrm>
            <a:off x="7048500" y="4572000"/>
            <a:ext cx="4286250" cy="1714500"/>
          </a:xfrm>
          <a:prstGeom prst="rect">
            <a:avLst/>
          </a:prstGeom>
          <a:noFill/>
        </p:spPr>
        <p:txBody>
          <a:bodyPr lIns="0" rIns="0" tIns="0" bIns="0"/>
          <a:lstStyle>
            <a:lvl1pPr>
              <a:buChar char="•"/>
              <a:defRPr sz="3200">
                <a:solidFill>
                  <a:srgbClr val="FF0000"/>
                </a:solidFill>
                <a:latin typeface="Arial"/>
              </a:defRPr>
            </a:lvl1pPr>
          </a:lstStyle>
          <a:p>
            <a:pPr>
              <a:buNone/>
              <a:defRPr sz="2000">
                <a:solidFill>
                  <a:srgbClr val="008080"/>
                </a:solidFill>
              </a:defRPr>
            </a:pPr>
            <a:r>
              <a:t>Direct paragraph wins</a:t>
            </a:r>
          </a:p>
        </p:txBody>
      </p:sp>
    </p:spTree>
  </p:cSld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