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2"/>
  </p:sldMasterIdLst>
  <p:sldIdLst>
    <p:sldId id="256" r:id="rId1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Master" Target="slideMasters/slideMaster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rompt"/>
          <p:cNvSpPr/>
          <p:nvPr>
            <p:ph type="title"/>
          </p:nvPr>
        </p:nvSpPr>
        <p:spPr>
          <a:xfrm>
            <a:off x="609600" y="381000"/>
            <a:ext cx="10972800" cy="1333500"/>
          </a:xfrm>
          <a:prstGeom prst="rect">
            <a:avLst/>
          </a:prstGeom>
          <a:noFill/>
        </p:spPr>
        <p:txBody>
          <a:bodyPr lIns="0" rIns="0" tIns="0" bIns="0"/>
          <a:lstStyle>
            <a:lvl1pPr algn="ctr">
              <a:defRPr sz="6600" b="1">
                <a:solidFill>
                  <a:srgbClr val="24265D"/>
                </a:solidFill>
                <a:latin typeface="Arial"/>
              </a:defRPr>
            </a:lvl1pPr>
          </a:lstStyle>
          <a:p>
            <a:pPr lvl="0"/>
            <a:r>
              <a:rPr/>
              <a:t>Title prompt</a:t>
            </a:r>
          </a:p>
        </p:txBody>
      </p:sp>
      <p:sp>
        <p:nvSpPr>
          <p:cNvPr id="3" name="Body prompt"/>
          <p:cNvSpPr/>
          <p:nvPr>
            <p:ph type="body" idx="1"/>
          </p:nvPr>
        </p:nvSpPr>
        <p:spPr>
          <a:xfrm>
            <a:off x="609600" y="2190750"/>
            <a:ext cx="5715000" cy="3143250"/>
          </a:xfrm>
          <a:prstGeom prst="rect">
            <a:avLst/>
          </a:prstGeom>
          <a:noFill/>
        </p:spPr>
        <p:txBody>
          <a:bodyPr lIns="0" rIns="0" tIns="0" bIns="0"/>
          <a:lstStyle>
            <a:lvl1pPr>
              <a:buClr>
                <a:srgbClr val="D02020"/>
              </a:buClr>
              <a:buSzPct val="50000"/>
              <a:buFont typeface="Courier New"/>
              <a:buChar char="•"/>
              <a:defRPr sz="1800">
                <a:solidFill>
                  <a:srgbClr val="147D40"/>
                </a:solidFill>
                <a:latin typeface="Arial"/>
              </a:defRPr>
            </a:lvl1pPr>
            <a:lvl2pPr marL="685800" indent="-342900">
              <a:buChar char="–"/>
              <a:defRPr sz="1600">
                <a:solidFill>
                  <a:srgbClr val="2040B0"/>
                </a:solidFill>
                <a:latin typeface="Arial"/>
              </a:defRPr>
            </a:lvl2pPr>
          </a:lstStyle>
          <a:p>
            <a:pPr lvl="0"/>
            <a:r>
              <a:rPr/>
              <a:t>Body prompt</a:t>
            </a:r>
          </a:p>
        </p:txBody>
      </p:sp>
      <p:sp>
        <p:nvSpPr>
          <p:cNvPr id="4" name="Positioned prompt"/>
          <p:cNvSpPr/>
          <p:nvPr>
            <p:ph type="body" idx="2"/>
          </p:nvPr>
        </p:nvSpPr>
        <p:spPr>
          <a:xfrm>
            <a:off x="609600" y="5486400"/>
            <a:ext cx="5715000" cy="914400"/>
          </a:xfrm>
          <a:prstGeom prst="rect">
            <a:avLst/>
          </a:prstGeom>
          <a:noFill/>
        </p:spPr>
        <p:txBody>
          <a:bodyPr lIns="0" rIns="0" tIns="0" bIns="0"/>
          <a:lstStyle/>
          <a:p>
            <a:pPr marL="114300" indent="-114300"/>
            <a:r>
              <a:rPr/>
              <a:t>First prompt</a:t>
            </a:r>
          </a:p>
          <a:p>
            <a:pPr marL="457200" indent="-228600"/>
            <a:r>
              <a:rPr/>
              <a:t>Second prompt</a:t>
            </a:r>
          </a:p>
        </p:txBody>
      </p:sp>
    </p:spTree>
  </p:cSld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Master body prompt"/>
          <p:cNvSpPr/>
          <p:nvPr>
            <p:ph type="body" idx="1"/>
          </p:nvPr>
        </p:nvSpPr>
        <p:spPr>
          <a:xfrm>
            <a:off x="609600" y="2190750"/>
            <a:ext cx="5715000" cy="3143250"/>
          </a:xfrm>
          <a:prstGeom prst="rect">
            <a:avLst/>
          </a:prstGeom>
          <a:noFill/>
        </p:spPr>
        <p:txBody>
          <a:bodyPr lIns="0" rIns="0" tIns="0" bIns="0"/>
          <a:lstStyle>
            <a:lvl1pPr>
              <a:buChar char="+"/>
              <a:defRPr sz="1400">
                <a:solidFill>
                  <a:srgbClr val="888888"/>
                </a:solidFill>
                <a:latin typeface="Arial"/>
              </a:defRPr>
            </a:lvl1pPr>
          </a:lstStyle>
          <a:p>
            <a:pPr lvl="0"/>
            <a:r>
              <a:rPr/>
              <a:t>Master prompt</a:t>
            </a:r>
          </a:p>
        </p:txBody>
      </p:sp>
    </p:spTree>
  </p:cSld>
  <p:sldLayoutIdLst>
    <p:sldLayoutId id="2147483649" r:id="rId1"/>
  </p:sldLayoutIdLst>
  <p:txStyles>
    <p:titleStyle>
      <a:lvl1pPr>
        <a:defRPr sz="3925">
          <a:solidFill>
            <a:srgbClr val="505050"/>
          </a:solidFill>
          <a:latin typeface="Arial"/>
        </a:defRPr>
      </a:lvl1pPr>
    </p:titleStyle>
    <p:bodyStyle>
      <a:lvl1pPr marL="228600" indent="-228600">
        <a:defRPr sz="1800">
          <a:solidFill>
            <a:srgbClr val="505050"/>
          </a:solidFill>
          <a:latin typeface="Arial"/>
        </a:defRPr>
      </a:lvl1pPr>
      <a:lvl2pPr>
        <a:defRPr sz="1600">
          <a:solidFill>
            <a:srgbClr val="505050"/>
          </a:solidFill>
          <a:latin typeface="Arial"/>
        </a:defRPr>
      </a:lvl2pPr>
      <a:lvl3pPr>
        <a:defRPr sz="1400">
          <a:solidFill>
            <a:srgbClr val="505050"/>
          </a:solidFill>
          <a:latin typeface="Arial"/>
        </a:defRPr>
      </a:lvl3pPr>
    </p:body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Inherited title"/>
          <p:cNvSpPr/>
          <p:nvPr>
            <p:ph type="title"/>
          </p:nvPr>
        </p:nvSpPr>
        <p:spPr>
          <a:xfrm>
            <a:off x="609600" y="381000"/>
            <a:ext cx="10972800" cy="1333500"/>
          </a:xfrm>
          <a:prstGeom prst="rect">
            <a:avLst/>
          </a:prstGeom>
          <a:noFill/>
        </p:spPr>
        <p:txBody>
          <a:bodyPr lIns="0" rIns="0" tIns="0" bIns="0"/>
          <a:lstStyle/>
          <a:p>
            <a:pPr lvl="0"/>
            <a:r>
              <a:rPr/>
              <a:t>List style title</a:t>
            </a:r>
          </a:p>
        </p:txBody>
      </p:sp>
      <p:sp>
        <p:nvSpPr>
          <p:cNvPr id="3" name="Inherited bullets"/>
          <p:cNvSpPr/>
          <p:nvPr>
            <p:ph type="body" idx="1"/>
          </p:nvPr>
        </p:nvSpPr>
        <p:spPr>
          <a:xfrm>
            <a:off x="609600" y="2190750"/>
            <a:ext cx="5715000" cy="3143250"/>
          </a:xfrm>
          <a:prstGeom prst="rect">
            <a:avLst/>
          </a:prstGeom>
          <a:noFill/>
        </p:spPr>
        <p:txBody>
          <a:bodyPr lIns="0" rIns="0" tIns="0" bIns="0"/>
          <a:lstStyle/>
          <a:p>
            <a:pPr marL="0" indent="0">
              <a:buNone/>
            </a:pPr>
            <a:r>
              <a:rPr/>
              <a:t>First level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Undefined level</a:t>
            </a:r>
          </a:p>
          <a:p>
            <a:pPr>
              <a:buFontTx/>
              <a:buClrTx/>
              <a:buSzTx/>
            </a:pPr>
            <a:r>
              <a:rPr b="1"/>
              <a:t>Text follows bullet</a:t>
            </a:r>
          </a:p>
        </p:txBody>
      </p:sp>
      <p:sp>
        <p:nvSpPr>
          <p:cNvPr id="4" name="Default list style"/>
          <p:cNvSpPr/>
          <p:nvPr/>
        </p:nvSpPr>
        <p:spPr>
          <a:xfrm>
            <a:off x="7048500" y="2190750"/>
            <a:ext cx="4286250" cy="1714500"/>
          </a:xfrm>
          <a:prstGeom prst="rect">
            <a:avLst/>
          </a:prstGeom>
          <a:noFill/>
        </p:spPr>
        <p:txBody>
          <a:bodyPr lIns="0" rIns="0" tIns="0" bIns="0"/>
          <a:lstStyle>
            <a:defPPr marL="342900" indent="-342900">
              <a:buChar char="*"/>
              <a:defRPr sz="2400">
                <a:solidFill>
                  <a:srgbClr val="9C27B0"/>
                </a:solidFill>
                <a:latin typeface="Arial"/>
              </a:defRPr>
            </a:defPPr>
            <a:lvl1pPr>
              <a:defRPr sz="3000">
                <a:solidFill>
                  <a:srgbClr val="006699"/>
                </a:solidFill>
                <a:latin typeface="Arial"/>
              </a:defRPr>
            </a:lvl1pPr>
          </a:lstStyle>
          <a:p>
            <a:pPr lvl="2"/>
            <a:r>
              <a:rPr/>
              <a:t>Default level</a:t>
            </a:r>
          </a:p>
          <a:p>
            <a:pPr lvl="0"/>
            <a:r>
              <a:rPr/>
              <a:t>Level override</a:t>
            </a:r>
          </a:p>
        </p:txBody>
      </p:sp>
      <p:sp>
        <p:nvSpPr>
          <p:cNvPr id="5" name="Direct override"/>
          <p:cNvSpPr/>
          <p:nvPr/>
        </p:nvSpPr>
        <p:spPr>
          <a:xfrm>
            <a:off x="7048500" y="4572000"/>
            <a:ext cx="4286250" cy="1714500"/>
          </a:xfrm>
          <a:prstGeom prst="rect">
            <a:avLst/>
          </a:prstGeom>
          <a:noFill/>
        </p:spPr>
        <p:txBody>
          <a:bodyPr lIns="0" rIns="0" tIns="0" bIns="0"/>
          <a:lstStyle>
            <a:lvl1pPr>
              <a:buChar char="•"/>
              <a:defRPr sz="3200">
                <a:solidFill>
                  <a:srgbClr val="FF0000"/>
                </a:solidFill>
                <a:latin typeface="Arial"/>
              </a:defRPr>
            </a:lvl1pPr>
          </a:lstStyle>
          <a:p>
            <a:pPr>
              <a:buNone/>
              <a:defRPr sz="2000">
                <a:solidFill>
                  <a:srgbClr val="008080"/>
                </a:solidFill>
              </a:defRPr>
            </a:pPr>
            <a:r>
              <a:t>Direct paragraph wins</a:t>
            </a:r>
          </a:p>
        </p:txBody>
      </p:sp>
      <p:sp>
        <p:nvSpPr>
          <p:cNvPr id="6" name="Positioned bullets"/>
          <p:cNvSpPr/>
          <p:nvPr>
            <p:ph type="body" idx="2"/>
          </p:nvPr>
        </p:nvSpPr>
        <p:spPr/>
        <p:txBody>
          <a:bodyPr lIns="0" rIns="0" tIns="0" bIns="0"/>
          <a:lstStyle/>
          <a:p>
            <a:r>
              <a:rPr/>
              <a:t>Plain line</a:t>
            </a:r>
          </a:p>
          <a:p>
            <a:pPr>
              <a:buChar char="•"/>
            </a:pPr>
            <a:r>
              <a:rPr/>
              <a:t>Bulleted line</a:t>
            </a:r>
          </a:p>
        </p:txBody>
      </p:sp>
      <p:graphicFrame>
        <p:nvGraphicFramePr>
          <p:cNvPr id="7" name="List table"/>
          <p:cNvGraphicFramePr>
            <a:graphicFrameLocks noGrp="1"/>
          </p:cNvGraphicFramePr>
          <p:nvPr/>
        </p:nvGraphicFramePr>
        <p:xfrm>
          <a:off x="7048500" y="5486400"/>
          <a:ext cx="4286250" cy="914400"/>
        </p:xfrm>
        <a:graphic>
          <a:graphicData uri="http://schemas.openxmlformats.org/drawingml/2006/table">
            <a:tbl>
              <a:tblPr/>
              <a:tblGrid>
                <a:gridCol w="4286250"/>
              </a:tblGrid>
              <a:tr h="914400">
                <a:tc>
                  <a:txBody>
                    <a:bodyPr/>
                    <a:lstStyle>
                      <a:lvl1pPr marL="171450" indent="-171450"/>
                    </a:lstStyle>
                    <a:p>
                      <a:pPr marL="0" indent="0">
                        <a:buNone/>
                      </a:pPr>
                      <a:r>
                        <a:rPr lang="en-US"/>
                        <a:t>Plain cell line</a:t>
                      </a:r>
                    </a:p>
                    <a:p>
                      <a:pPr>
                        <a:buChar char="•"/>
                      </a:pPr>
                      <a:r>
                        <a:rPr lang="en-US"/>
                        <a:t>Bulleted cell line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BetterOffice">
  <a:themeElements>
    <a:clrScheme name="BetterOffice">
      <a:dk1>
        <a:srgbClr val="101828"/>
      </a:dk1>
      <a:lt1>
        <a:srgbClr val="FFFFFF"/>
      </a:lt1>
      <a:dk2>
        <a:srgbClr val="1D2939"/>
      </a:dk2>
      <a:lt2>
        <a:srgbClr val="F8F7F2"/>
      </a:lt2>
      <a:accent1>
        <a:srgbClr val="315EFB"/>
      </a:accent1>
      <a:accent2>
        <a:srgbClr val="16825D"/>
      </a:accent2>
      <a:accent3>
        <a:srgbClr val="D94F35"/>
      </a:accent3>
      <a:accent4>
        <a:srgbClr val="C8F56A"/>
      </a:accent4>
      <a:accent5>
        <a:srgbClr val="8AB4FF"/>
      </a:accent5>
      <a:accent6>
        <a:srgbClr val="667085"/>
      </a:accent6>
      <a:hlink>
        <a:srgbClr val="315EFB"/>
      </a:hlink>
      <a:folHlink>
        <a:srgbClr val="5D6DCB"/>
      </a:folHlink>
    </a:clrScheme>
    <a:fontScheme name="Better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Better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9050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