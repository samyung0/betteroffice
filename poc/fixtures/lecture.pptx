
<file path=[Content_Types].xml><?xml version="1.0" encoding="utf-8"?>
<Types xmlns="http://schemas.openxmlformats.org/package/2006/content-types">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notesMasters/notesMaster1.xml" ContentType="application/vnd.openxmlformats-officedocument.presentationml.notes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comments/comment1.xml" ContentType="application/vnd.openxmlformats-officedocument.presentationml.comments+xml"/>
  <Override PartName="/ppt/notesSlides/notesSlide19.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autoCompressPictures="0">
  <p:sldMasterIdLst>
    <p:sldMasterId id="2147483670" r:id="rId1"/>
    <p:sldMasterId id="2147483671" r:id="rId2"/>
  </p:sldMasterIdLst>
  <p:notesMasterIdLst>
    <p:notesMasterId r:id="rId23"/>
  </p:notesMasterIdLst>
  <p:sldIdLst>
    <p:sldId id="256" r:id="rId3"/>
    <p:sldId id="257" r:id="rId4"/>
    <p:sldId id="258" r:id="rId5"/>
    <p:sldId id="259" r:id="rId6"/>
    <p:sldId id="260" r:id="rId7"/>
    <p:sldId id="261" r:id="rId8"/>
    <p:sldId id="262" r:id="rId9"/>
    <p:sldId id="263" r:id="rId10"/>
    <p:sldId id="264" r:id="rId11"/>
    <p:sldId id="265" r:id="rId12"/>
    <p:sldId id="266" r:id="rId13"/>
    <p:sldId id="267" r:id="rId14"/>
    <p:sldId id="268" r:id="rId15"/>
    <p:sldId id="269" r:id="rId16"/>
    <p:sldId id="270" r:id="rId17"/>
    <p:sldId id="271" r:id="rId18"/>
    <p:sldId id="272" r:id="rId19"/>
    <p:sldId id="273" r:id="rId20"/>
    <p:sldId id="275" r:id="rId21"/>
    <p:sldId id="274" r:id="rId22"/>
  </p:sldIdLst>
  <p:sldSz cx="9144000" cy="5143500" type="screen16x9"/>
  <p:notesSz cx="6858000" cy="9144000"/>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9pPr>
  </p:defaultTextStyle>
  <p:extLst>
    <p:ext uri="{EFAFB233-063F-42B5-8137-9DF3F51BA10A}">
      <p15:sldGuideLst xmlns:p15="http://schemas.microsoft.com/office/powerpoint/2012/main">
        <p15:guide id="1" orient="horz" pos="1620">
          <p15:clr>
            <a:srgbClr val="A4A3A4"/>
          </p15:clr>
        </p15:guide>
        <p15:guide id="2" pos="2880">
          <p15:clr>
            <a:srgbClr val="A4A3A4"/>
          </p15:clr>
        </p15:guide>
      </p15:sldGuideLst>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Fixture Author" initials="FA" lastIdx="2" clrIdx="0"/>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138" d="100"/>
          <a:sy n="138" d="100"/>
        </p:scale>
        <p:origin x="138" y="120"/>
      </p:cViewPr>
      <p:guideLst>
        <p:guide orient="horz" pos="1620"/>
        <p:guide pos="288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1.xml"/><Relationship Id="rId18" Type="http://schemas.openxmlformats.org/officeDocument/2006/relationships/slide" Target="slides/slide16.xml"/><Relationship Id="rId3" Type="http://schemas.openxmlformats.org/officeDocument/2006/relationships/slide" Target="slides/slide1.xml"/><Relationship Id="rId21" Type="http://schemas.openxmlformats.org/officeDocument/2006/relationships/slide" Target="slides/slide19.xml"/><Relationship Id="rId34" Type="http://schemas.openxmlformats.org/officeDocument/2006/relationships/viewProps" Target="viewProps.xml"/><Relationship Id="rId7" Type="http://schemas.openxmlformats.org/officeDocument/2006/relationships/slide" Target="slides/slide5.xml"/><Relationship Id="rId12" Type="http://schemas.openxmlformats.org/officeDocument/2006/relationships/slide" Target="slides/slide10.xml"/><Relationship Id="rId17" Type="http://schemas.openxmlformats.org/officeDocument/2006/relationships/slide" Target="slides/slide15.xml"/><Relationship Id="rId33" Type="http://schemas.openxmlformats.org/officeDocument/2006/relationships/presProps" Target="presProps.xml"/><Relationship Id="rId2" Type="http://schemas.openxmlformats.org/officeDocument/2006/relationships/slideMaster" Target="slideMasters/slideMaster2.xml"/><Relationship Id="rId16" Type="http://schemas.openxmlformats.org/officeDocument/2006/relationships/slide" Target="slides/slide14.xml"/><Relationship Id="rId20" Type="http://schemas.openxmlformats.org/officeDocument/2006/relationships/slide" Target="slides/slide18.xml"/><Relationship Id="rId1" Type="http://schemas.openxmlformats.org/officeDocument/2006/relationships/slideMaster" Target="slideMasters/slideMaster1.xml"/><Relationship Id="rId6" Type="http://schemas.openxmlformats.org/officeDocument/2006/relationships/slide" Target="slides/slide4.xml"/><Relationship Id="rId11" Type="http://schemas.openxmlformats.org/officeDocument/2006/relationships/slide" Target="slides/slide9.xml"/><Relationship Id="rId32" Type="http://schemas.openxmlformats.org/officeDocument/2006/relationships/commentAuthors" Target="commentAuthors.xml"/><Relationship Id="rId5" Type="http://schemas.openxmlformats.org/officeDocument/2006/relationships/slide" Target="slides/slide3.xml"/><Relationship Id="rId15" Type="http://schemas.openxmlformats.org/officeDocument/2006/relationships/slide" Target="slides/slide13.xml"/><Relationship Id="rId23" Type="http://schemas.openxmlformats.org/officeDocument/2006/relationships/notesMaster" Target="notesMasters/notesMaster1.xml"/><Relationship Id="rId36" Type="http://schemas.openxmlformats.org/officeDocument/2006/relationships/tableStyles" Target="tableStyles.xml"/><Relationship Id="rId10" Type="http://schemas.openxmlformats.org/officeDocument/2006/relationships/slide" Target="slides/slide8.xml"/><Relationship Id="rId19" Type="http://schemas.openxmlformats.org/officeDocument/2006/relationships/slide" Target="slides/slide17.xml"/><Relationship Id="rId4" Type="http://schemas.openxmlformats.org/officeDocument/2006/relationships/slide" Target="slides/slide2.xml"/><Relationship Id="rId9" Type="http://schemas.openxmlformats.org/officeDocument/2006/relationships/slide" Target="slides/slide7.xml"/><Relationship Id="rId14" Type="http://schemas.openxmlformats.org/officeDocument/2006/relationships/slide" Target="slides/slide12.xml"/><Relationship Id="rId22" Type="http://schemas.openxmlformats.org/officeDocument/2006/relationships/slide" Target="slides/slide20.xml"/><Relationship Id="rId35" Type="http://schemas.openxmlformats.org/officeDocument/2006/relationships/theme" Target="theme/theme1.xml"/><Relationship Id="rId8" Type="http://schemas.openxmlformats.org/officeDocument/2006/relationships/slide" Target="slides/slide6.xml"/></Relationships>
</file>

<file path=ppt/comments/comment1.xml><?xml version="1.0" encoding="utf-8"?>
<p:cmLst xmlns:a="http://schemas.openxmlformats.org/drawingml/2006/main" xmlns:r="http://schemas.openxmlformats.org/officeDocument/2006/relationships" xmlns:p="http://schemas.openxmlformats.org/presentationml/2006/main">
  <p:cm authorId="1" dt="2026-09-25T17:48:22.202" idx="1">
    <p:pos x="1200" y="1745"/>
    <p:text>this date can be wrong</p:text>
    <p:extLst>
      <p:ext uri="{C676402C-5697-4E1C-873F-D02D1690AC5C}">
        <p15:threadingInfo xmlns:p15="http://schemas.microsoft.com/office/powerpoint/2012/main" timeZoneBias="-540"/>
      </p:ext>
    </p:extLst>
  </p:cm>
  <p:cm authorId="1" dt="2026-09-25T17:48:30.203" idx="2">
    <p:pos x="3063" y="1745"/>
    <p:text>too expensive</p:text>
    <p:extLst>
      <p:ext uri="{C676402C-5697-4E1C-873F-D02D1690AC5C}">
        <p15:threadingInfo xmlns:p15="http://schemas.microsoft.com/office/powerpoint/2012/main" timeZoneBias="-540"/>
      </p:ext>
    </p:extLst>
  </p:cm>
</p:cmLst>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381300" y="685800"/>
            <a:ext cx="6096075"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lvl="0" indent="-298450">
              <a:spcBef>
                <a:spcPts val="0"/>
              </a:spcBef>
              <a:spcAft>
                <a:spcPts val="0"/>
              </a:spcAft>
              <a:buSzPts val="1100"/>
              <a:buChar char="●"/>
              <a:defRPr sz="1100"/>
            </a:lvl1pPr>
            <a:lvl2pPr marL="914400" lvl="1" indent="-298450">
              <a:spcBef>
                <a:spcPts val="0"/>
              </a:spcBef>
              <a:spcAft>
                <a:spcPts val="0"/>
              </a:spcAft>
              <a:buSzPts val="1100"/>
              <a:buChar char="○"/>
              <a:defRPr sz="1100"/>
            </a:lvl2pPr>
            <a:lvl3pPr marL="1371600" lvl="2" indent="-298450">
              <a:spcBef>
                <a:spcPts val="0"/>
              </a:spcBef>
              <a:spcAft>
                <a:spcPts val="0"/>
              </a:spcAft>
              <a:buSzPts val="1100"/>
              <a:buChar char="■"/>
              <a:defRPr sz="1100"/>
            </a:lvl3pPr>
            <a:lvl4pPr marL="1828800" lvl="3" indent="-298450">
              <a:spcBef>
                <a:spcPts val="0"/>
              </a:spcBef>
              <a:spcAft>
                <a:spcPts val="0"/>
              </a:spcAft>
              <a:buSzPts val="1100"/>
              <a:buChar char="●"/>
              <a:defRPr sz="1100"/>
            </a:lvl4pPr>
            <a:lvl5pPr marL="2286000" lvl="4" indent="-298450">
              <a:spcBef>
                <a:spcPts val="0"/>
              </a:spcBef>
              <a:spcAft>
                <a:spcPts val="0"/>
              </a:spcAft>
              <a:buSzPts val="1100"/>
              <a:buChar char="○"/>
              <a:defRPr sz="1100"/>
            </a:lvl5pPr>
            <a:lvl6pPr marL="2743200" lvl="5" indent="-298450">
              <a:spcBef>
                <a:spcPts val="0"/>
              </a:spcBef>
              <a:spcAft>
                <a:spcPts val="0"/>
              </a:spcAft>
              <a:buSzPts val="1100"/>
              <a:buChar char="■"/>
              <a:defRPr sz="1100"/>
            </a:lvl6pPr>
            <a:lvl7pPr marL="3200400" lvl="6" indent="-298450">
              <a:spcBef>
                <a:spcPts val="0"/>
              </a:spcBef>
              <a:spcAft>
                <a:spcPts val="0"/>
              </a:spcAft>
              <a:buSzPts val="1100"/>
              <a:buChar char="●"/>
              <a:defRPr sz="1100"/>
            </a:lvl7pPr>
            <a:lvl8pPr marL="3657600" lvl="7" indent="-298450">
              <a:spcBef>
                <a:spcPts val="0"/>
              </a:spcBef>
              <a:spcAft>
                <a:spcPts val="0"/>
              </a:spcAft>
              <a:buSzPts val="1100"/>
              <a:buChar char="○"/>
              <a:defRPr sz="1100"/>
            </a:lvl8pPr>
            <a:lvl9pPr marL="4114800" lvl="8" indent="-298450">
              <a:spcBef>
                <a:spcPts val="0"/>
              </a:spcBef>
              <a:spcAft>
                <a:spcPts val="0"/>
              </a:spcAft>
              <a:buSzPts val="1100"/>
              <a:buChar char="■"/>
              <a:defRPr sz="1100"/>
            </a:lvl9pPr>
          </a:lstStyle>
          <a:p>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5"/>
        <p:cNvGrpSpPr/>
        <p:nvPr/>
      </p:nvGrpSpPr>
      <p:grpSpPr>
        <a:xfrm>
          <a:off x="0" y="0"/>
          <a:ext cx="0" cy="0"/>
          <a:chOff x="0" y="0"/>
          <a:chExt cx="0" cy="0"/>
        </a:xfrm>
      </p:grpSpPr>
      <p:sp>
        <p:nvSpPr>
          <p:cNvPr id="106" name="Google Shape;106;gdc0eb9892c_0_180: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07" name="Google Shape;107;gdc0eb9892c_0_18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2"/>
        <p:cNvGrpSpPr/>
        <p:nvPr/>
      </p:nvGrpSpPr>
      <p:grpSpPr>
        <a:xfrm>
          <a:off x="0" y="0"/>
          <a:ext cx="0" cy="0"/>
          <a:chOff x="0" y="0"/>
          <a:chExt cx="0" cy="0"/>
        </a:xfrm>
      </p:grpSpPr>
      <p:sp>
        <p:nvSpPr>
          <p:cNvPr id="113" name="Google Shape;113;gdc0eb9892c_0_186: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14" name="Google Shape;114;gdc0eb9892c_0_18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t>Speaker note: the rehearsal takes 12 minutes.</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2"/>
        <p:cNvGrpSpPr/>
        <p:nvPr/>
      </p:nvGrpSpPr>
      <p:grpSpPr>
        <a:xfrm>
          <a:off x="0" y="0"/>
          <a:ext cx="0" cy="0"/>
          <a:chOff x="0" y="0"/>
          <a:chExt cx="0" cy="0"/>
        </a:xfrm>
      </p:grpSpPr>
      <p:sp>
        <p:nvSpPr>
          <p:cNvPr id="123" name="Google Shape;123;gb6e5bab5c3_0_1: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24" name="Google Shape;124;gb6e5bab5c3_0_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8"/>
        <p:cNvGrpSpPr/>
        <p:nvPr/>
      </p:nvGrpSpPr>
      <p:grpSpPr>
        <a:xfrm>
          <a:off x="0" y="0"/>
          <a:ext cx="0" cy="0"/>
          <a:chOff x="0" y="0"/>
          <a:chExt cx="0" cy="0"/>
        </a:xfrm>
      </p:grpSpPr>
      <p:sp>
        <p:nvSpPr>
          <p:cNvPr id="129" name="Google Shape;129;gb6e540a45a_10_0: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30" name="Google Shape;130;gb6e540a45a_10_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5"/>
        <p:cNvGrpSpPr/>
        <p:nvPr/>
      </p:nvGrpSpPr>
      <p:grpSpPr>
        <a:xfrm>
          <a:off x="0" y="0"/>
          <a:ext cx="0" cy="0"/>
          <a:chOff x="0" y="0"/>
          <a:chExt cx="0" cy="0"/>
        </a:xfrm>
      </p:grpSpPr>
      <p:sp>
        <p:nvSpPr>
          <p:cNvPr id="136" name="Google Shape;136;gb6e5bab5c3_0_6: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37" name="Google Shape;137;gb6e5bab5c3_0_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1"/>
        <p:cNvGrpSpPr/>
        <p:nvPr/>
      </p:nvGrpSpPr>
      <p:grpSpPr>
        <a:xfrm>
          <a:off x="0" y="0"/>
          <a:ext cx="0" cy="0"/>
          <a:chOff x="0" y="0"/>
          <a:chExt cx="0" cy="0"/>
        </a:xfrm>
      </p:grpSpPr>
      <p:sp>
        <p:nvSpPr>
          <p:cNvPr id="142" name="Google Shape;142;gb6e5bab5c3_0_12: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43" name="Google Shape;143;gb6e5bab5c3_0_1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8"/>
        <p:cNvGrpSpPr/>
        <p:nvPr/>
      </p:nvGrpSpPr>
      <p:grpSpPr>
        <a:xfrm>
          <a:off x="0" y="0"/>
          <a:ext cx="0" cy="0"/>
          <a:chOff x="0" y="0"/>
          <a:chExt cx="0" cy="0"/>
        </a:xfrm>
      </p:grpSpPr>
      <p:sp>
        <p:nvSpPr>
          <p:cNvPr id="149" name="Google Shape;149;gdc0eb9892c_0_192: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50" name="Google Shape;150;gdc0eb9892c_0_19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7"/>
        <p:cNvGrpSpPr/>
        <p:nvPr/>
      </p:nvGrpSpPr>
      <p:grpSpPr>
        <a:xfrm>
          <a:off x="0" y="0"/>
          <a:ext cx="0" cy="0"/>
          <a:chOff x="0" y="0"/>
          <a:chExt cx="0" cy="0"/>
        </a:xfrm>
      </p:grpSpPr>
      <p:sp>
        <p:nvSpPr>
          <p:cNvPr id="158" name="Google Shape;158;gdc0eb9892c_0_211: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59" name="Google Shape;159;gdc0eb9892c_0_21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0"/>
        <p:cNvGrpSpPr/>
        <p:nvPr/>
      </p:nvGrpSpPr>
      <p:grpSpPr>
        <a:xfrm>
          <a:off x="0" y="0"/>
          <a:ext cx="0" cy="0"/>
          <a:chOff x="0" y="0"/>
          <a:chExt cx="0" cy="0"/>
        </a:xfrm>
      </p:grpSpPr>
      <p:sp>
        <p:nvSpPr>
          <p:cNvPr id="171" name="Google Shape;171;gb6e5bab5c3_0_47: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72" name="Google Shape;172;gb6e5bab5c3_0_4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7"/>
        <p:cNvGrpSpPr/>
        <p:nvPr/>
      </p:nvGrpSpPr>
      <p:grpSpPr>
        <a:xfrm>
          <a:off x="0" y="0"/>
          <a:ext cx="0" cy="0"/>
          <a:chOff x="0" y="0"/>
          <a:chExt cx="0" cy="0"/>
        </a:xfrm>
      </p:grpSpPr>
      <p:sp>
        <p:nvSpPr>
          <p:cNvPr id="178" name="Google Shape;178;gb6e5bab5c3_0_55: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79" name="Google Shape;179;gb6e5bab5c3_0_5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84"/>
        <p:cNvGrpSpPr/>
        <p:nvPr/>
      </p:nvGrpSpPr>
      <p:grpSpPr>
        <a:xfrm>
          <a:off x="0" y="0"/>
          <a:ext cx="0" cy="0"/>
          <a:chOff x="0" y="0"/>
          <a:chExt cx="0" cy="0"/>
        </a:xfrm>
      </p:grpSpPr>
      <p:sp>
        <p:nvSpPr>
          <p:cNvPr id="185" name="Google Shape;185;gb6e5bab5c3_0_61: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86" name="Google Shape;186;gb6e5bab5c3_0_6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89"/>
        <p:cNvGrpSpPr/>
        <p:nvPr/>
      </p:nvGrpSpPr>
      <p:grpSpPr>
        <a:xfrm>
          <a:off x="0" y="0"/>
          <a:ext cx="0" cy="0"/>
          <a:chOff x="0" y="0"/>
          <a:chExt cx="0" cy="0"/>
        </a:xfrm>
      </p:grpSpPr>
      <p:sp>
        <p:nvSpPr>
          <p:cNvPr id="190" name="Google Shape;190;gdc0eb9892c_0_234: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91" name="Google Shape;191;gdc0eb9892c_0_23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07"/>
        <p:cNvGrpSpPr/>
        <p:nvPr/>
      </p:nvGrpSpPr>
      <p:grpSpPr>
        <a:xfrm>
          <a:off x="0" y="0"/>
          <a:ext cx="0" cy="0"/>
          <a:chOff x="0" y="0"/>
          <a:chExt cx="0" cy="0"/>
        </a:xfrm>
      </p:grpSpPr>
      <p:sp>
        <p:nvSpPr>
          <p:cNvPr id="208" name="Google Shape;208;gb6e5bab5c3_0_73: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09" name="Google Shape;209;gb6e5bab5c3_0_7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15"/>
        <p:cNvGrpSpPr/>
        <p:nvPr/>
      </p:nvGrpSpPr>
      <p:grpSpPr>
        <a:xfrm>
          <a:off x="0" y="0"/>
          <a:ext cx="0" cy="0"/>
          <a:chOff x="0" y="0"/>
          <a:chExt cx="0" cy="0"/>
        </a:xfrm>
      </p:grpSpPr>
      <p:sp>
        <p:nvSpPr>
          <p:cNvPr id="216" name="Google Shape;216;gb6e5bab5c3_0_79: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17" name="Google Shape;217;gb6e5bab5c3_0_7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24"/>
        <p:cNvGrpSpPr/>
        <p:nvPr/>
      </p:nvGrpSpPr>
      <p:grpSpPr>
        <a:xfrm>
          <a:off x="0" y="0"/>
          <a:ext cx="0" cy="0"/>
          <a:chOff x="0" y="0"/>
          <a:chExt cx="0" cy="0"/>
        </a:xfrm>
      </p:grpSpPr>
      <p:sp>
        <p:nvSpPr>
          <p:cNvPr id="225" name="Google Shape;225;gb6e5bab5c3_0_98: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26" name="Google Shape;226;gb6e5bab5c3_0_98: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31"/>
        <p:cNvGrpSpPr/>
        <p:nvPr/>
      </p:nvGrpSpPr>
      <p:grpSpPr>
        <a:xfrm>
          <a:off x="0" y="0"/>
          <a:ext cx="0" cy="0"/>
          <a:chOff x="0" y="0"/>
          <a:chExt cx="0" cy="0"/>
        </a:xfrm>
      </p:grpSpPr>
      <p:sp>
        <p:nvSpPr>
          <p:cNvPr id="232" name="Google Shape;232;gb6e5bab5c3_0_105: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33" name="Google Shape;233;gb6e5bab5c3_0_10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38"/>
        <p:cNvGrpSpPr/>
        <p:nvPr/>
      </p:nvGrpSpPr>
      <p:grpSpPr>
        <a:xfrm>
          <a:off x="0" y="0"/>
          <a:ext cx="0" cy="0"/>
          <a:chOff x="0" y="0"/>
          <a:chExt cx="0" cy="0"/>
        </a:xfrm>
      </p:grpSpPr>
      <p:sp>
        <p:nvSpPr>
          <p:cNvPr id="239" name="Google Shape;239;gb6e5bab5c3_0_120: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40" name="Google Shape;240;gb6e5bab5c3_0_12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45"/>
        <p:cNvGrpSpPr/>
        <p:nvPr/>
      </p:nvGrpSpPr>
      <p:grpSpPr>
        <a:xfrm>
          <a:off x="0" y="0"/>
          <a:ext cx="0" cy="0"/>
          <a:chOff x="0" y="0"/>
          <a:chExt cx="0" cy="0"/>
        </a:xfrm>
      </p:grpSpPr>
      <p:sp>
        <p:nvSpPr>
          <p:cNvPr id="246" name="Google Shape;246;gb6e5bab5c3_0_112: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47" name="Google Shape;247;gb6e5bab5c3_0_11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51"/>
        <p:cNvGrpSpPr/>
        <p:nvPr/>
      </p:nvGrpSpPr>
      <p:grpSpPr>
        <a:xfrm>
          <a:off x="0" y="0"/>
          <a:ext cx="0" cy="0"/>
          <a:chOff x="0" y="0"/>
          <a:chExt cx="0" cy="0"/>
        </a:xfrm>
      </p:grpSpPr>
      <p:sp>
        <p:nvSpPr>
          <p:cNvPr id="252" name="Google Shape;252;gb6e5bab5c3_0_21: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53" name="Google Shape;253;gb6e5bab5c3_0_2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slide" type="title">
  <p:cSld name="TITLE">
    <p:spTree>
      <p:nvGrpSpPr>
        <p:cNvPr id="1" name="Shape 9"/>
        <p:cNvGrpSpPr/>
        <p:nvPr/>
      </p:nvGrpSpPr>
      <p:grpSpPr>
        <a:xfrm>
          <a:off x="0" y="0"/>
          <a:ext cx="0" cy="0"/>
          <a:chOff x="0" y="0"/>
          <a:chExt cx="0" cy="0"/>
        </a:xfrm>
      </p:grpSpPr>
      <p:grpSp>
        <p:nvGrpSpPr>
          <p:cNvPr id="10" name="Google Shape;10;p2"/>
          <p:cNvGrpSpPr/>
          <p:nvPr/>
        </p:nvGrpSpPr>
        <p:grpSpPr>
          <a:xfrm>
            <a:off x="4350279" y="2855377"/>
            <a:ext cx="443589" cy="105632"/>
            <a:chOff x="4137525" y="2915950"/>
            <a:chExt cx="869100" cy="207000"/>
          </a:xfrm>
        </p:grpSpPr>
        <p:sp>
          <p:nvSpPr>
            <p:cNvPr id="11" name="Google Shape;11;p2"/>
            <p:cNvSpPr/>
            <p:nvPr/>
          </p:nvSpPr>
          <p:spPr>
            <a:xfrm>
              <a:off x="4468575" y="2915950"/>
              <a:ext cx="207000" cy="207000"/>
            </a:xfrm>
            <a:prstGeom prst="ellipse">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 name="Google Shape;12;p2"/>
            <p:cNvSpPr/>
            <p:nvPr/>
          </p:nvSpPr>
          <p:spPr>
            <a:xfrm>
              <a:off x="4799625" y="2915950"/>
              <a:ext cx="207000" cy="207000"/>
            </a:xfrm>
            <a:prstGeom prst="ellipse">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 name="Google Shape;13;p2"/>
            <p:cNvSpPr/>
            <p:nvPr/>
          </p:nvSpPr>
          <p:spPr>
            <a:xfrm>
              <a:off x="4137525" y="2915950"/>
              <a:ext cx="207000" cy="207000"/>
            </a:xfrm>
            <a:prstGeom prst="ellipse">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14" name="Google Shape;14;p2"/>
          <p:cNvSpPr txBox="1">
            <a:spLocks noGrp="1"/>
          </p:cNvSpPr>
          <p:nvPr>
            <p:ph type="ctrTitle"/>
          </p:nvPr>
        </p:nvSpPr>
        <p:spPr>
          <a:xfrm>
            <a:off x="671258" y="990800"/>
            <a:ext cx="7801500" cy="1730100"/>
          </a:xfrm>
          <a:prstGeom prst="rect">
            <a:avLst/>
          </a:prstGeom>
        </p:spPr>
        <p:txBody>
          <a:bodyPr spcFirstLastPara="1" wrap="square" lIns="91425" tIns="91425" rIns="91425" bIns="91425" anchor="b" anchorCtr="0">
            <a:normAutofit/>
          </a:bodyPr>
          <a:lstStyle>
            <a:lvl1pPr lvl="0" algn="ctr">
              <a:spcBef>
                <a:spcPts val="0"/>
              </a:spcBef>
              <a:spcAft>
                <a:spcPts val="0"/>
              </a:spcAft>
              <a:buSzPts val="4800"/>
              <a:buNone/>
              <a:defRPr sz="4800"/>
            </a:lvl1pPr>
            <a:lvl2pPr lvl="1" algn="ctr">
              <a:spcBef>
                <a:spcPts val="0"/>
              </a:spcBef>
              <a:spcAft>
                <a:spcPts val="0"/>
              </a:spcAft>
              <a:buSzPts val="4800"/>
              <a:buNone/>
              <a:defRPr sz="4800"/>
            </a:lvl2pPr>
            <a:lvl3pPr lvl="2" algn="ctr">
              <a:spcBef>
                <a:spcPts val="0"/>
              </a:spcBef>
              <a:spcAft>
                <a:spcPts val="0"/>
              </a:spcAft>
              <a:buSzPts val="4800"/>
              <a:buNone/>
              <a:defRPr sz="4800"/>
            </a:lvl3pPr>
            <a:lvl4pPr lvl="3" algn="ctr">
              <a:spcBef>
                <a:spcPts val="0"/>
              </a:spcBef>
              <a:spcAft>
                <a:spcPts val="0"/>
              </a:spcAft>
              <a:buSzPts val="4800"/>
              <a:buNone/>
              <a:defRPr sz="4800"/>
            </a:lvl4pPr>
            <a:lvl5pPr lvl="4" algn="ctr">
              <a:spcBef>
                <a:spcPts val="0"/>
              </a:spcBef>
              <a:spcAft>
                <a:spcPts val="0"/>
              </a:spcAft>
              <a:buSzPts val="4800"/>
              <a:buNone/>
              <a:defRPr sz="4800"/>
            </a:lvl5pPr>
            <a:lvl6pPr lvl="5" algn="ctr">
              <a:spcBef>
                <a:spcPts val="0"/>
              </a:spcBef>
              <a:spcAft>
                <a:spcPts val="0"/>
              </a:spcAft>
              <a:buSzPts val="4800"/>
              <a:buNone/>
              <a:defRPr sz="4800"/>
            </a:lvl6pPr>
            <a:lvl7pPr lvl="6" algn="ctr">
              <a:spcBef>
                <a:spcPts val="0"/>
              </a:spcBef>
              <a:spcAft>
                <a:spcPts val="0"/>
              </a:spcAft>
              <a:buSzPts val="4800"/>
              <a:buNone/>
              <a:defRPr sz="4800"/>
            </a:lvl7pPr>
            <a:lvl8pPr lvl="7" algn="ctr">
              <a:spcBef>
                <a:spcPts val="0"/>
              </a:spcBef>
              <a:spcAft>
                <a:spcPts val="0"/>
              </a:spcAft>
              <a:buSzPts val="4800"/>
              <a:buNone/>
              <a:defRPr sz="4800"/>
            </a:lvl8pPr>
            <a:lvl9pPr lvl="8" algn="ctr">
              <a:spcBef>
                <a:spcPts val="0"/>
              </a:spcBef>
              <a:spcAft>
                <a:spcPts val="0"/>
              </a:spcAft>
              <a:buSzPts val="4800"/>
              <a:buNone/>
              <a:defRPr sz="4800"/>
            </a:lvl9pPr>
          </a:lstStyle>
          <a:p>
            <a:endParaRPr/>
          </a:p>
        </p:txBody>
      </p:sp>
      <p:sp>
        <p:nvSpPr>
          <p:cNvPr id="15" name="Google Shape;15;p2"/>
          <p:cNvSpPr txBox="1">
            <a:spLocks noGrp="1"/>
          </p:cNvSpPr>
          <p:nvPr>
            <p:ph type="subTitle" idx="1"/>
          </p:nvPr>
        </p:nvSpPr>
        <p:spPr>
          <a:xfrm>
            <a:off x="671250" y="3174876"/>
            <a:ext cx="7801500" cy="792600"/>
          </a:xfrm>
          <a:prstGeom prst="rect">
            <a:avLst/>
          </a:prstGeom>
        </p:spPr>
        <p:txBody>
          <a:bodyPr spcFirstLastPara="1" wrap="square" lIns="91425" tIns="91425" rIns="91425" bIns="91425" anchor="t" anchorCtr="0">
            <a:normAutofit/>
          </a:bodyPr>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a:endParaRPr/>
          </a:p>
        </p:txBody>
      </p:sp>
      <p:sp>
        <p:nvSpPr>
          <p:cNvPr id="16" name="Google Shape;16;p2"/>
          <p:cNvSpPr txBox="1">
            <a:spLocks noGrp="1"/>
          </p:cNvSpPr>
          <p:nvPr>
            <p:ph type="sldNum" idx="12"/>
          </p:nvPr>
        </p:nvSpPr>
        <p:spPr>
          <a:xfrm>
            <a:off x="8490250" y="4681009"/>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17"/>
        <p:cNvGrpSpPr/>
        <p:nvPr/>
      </p:nvGrpSpPr>
      <p:grpSpPr>
        <a:xfrm>
          <a:off x="0" y="0"/>
          <a:ext cx="0" cy="0"/>
          <a:chOff x="0" y="0"/>
          <a:chExt cx="0" cy="0"/>
        </a:xfrm>
      </p:grpSpPr>
      <p:sp>
        <p:nvSpPr>
          <p:cNvPr id="18" name="Google Shape;18;p3"/>
          <p:cNvSpPr txBox="1">
            <a:spLocks noGrp="1"/>
          </p:cNvSpPr>
          <p:nvPr>
            <p:ph type="title"/>
          </p:nvPr>
        </p:nvSpPr>
        <p:spPr>
          <a:xfrm>
            <a:off x="671250" y="2141250"/>
            <a:ext cx="7852200" cy="861000"/>
          </a:xfrm>
          <a:prstGeom prst="rect">
            <a:avLst/>
          </a:prstGeom>
        </p:spPr>
        <p:txBody>
          <a:bodyPr spcFirstLastPara="1" wrap="square" lIns="91425" tIns="91425" rIns="91425" bIns="91425" anchor="ctr" anchorCtr="0">
            <a:normAutofit/>
          </a:bodyPr>
          <a:lstStyle>
            <a:lvl1pPr lvl="0" algn="ctr">
              <a:spcBef>
                <a:spcPts val="0"/>
              </a:spcBef>
              <a:spcAft>
                <a:spcPts val="0"/>
              </a:spcAft>
              <a:buSzPts val="3600"/>
              <a:buNone/>
              <a:defRPr sz="3600"/>
            </a:lvl1pPr>
            <a:lvl2pPr lvl="1" algn="ctr">
              <a:spcBef>
                <a:spcPts val="0"/>
              </a:spcBef>
              <a:spcAft>
                <a:spcPts val="0"/>
              </a:spcAft>
              <a:buSzPts val="3600"/>
              <a:buNone/>
              <a:defRPr sz="3600"/>
            </a:lvl2pPr>
            <a:lvl3pPr lvl="2" algn="ctr">
              <a:spcBef>
                <a:spcPts val="0"/>
              </a:spcBef>
              <a:spcAft>
                <a:spcPts val="0"/>
              </a:spcAft>
              <a:buSzPts val="3600"/>
              <a:buNone/>
              <a:defRPr sz="3600"/>
            </a:lvl3pPr>
            <a:lvl4pPr lvl="3" algn="ctr">
              <a:spcBef>
                <a:spcPts val="0"/>
              </a:spcBef>
              <a:spcAft>
                <a:spcPts val="0"/>
              </a:spcAft>
              <a:buSzPts val="3600"/>
              <a:buNone/>
              <a:defRPr sz="3600"/>
            </a:lvl4pPr>
            <a:lvl5pPr lvl="4" algn="ctr">
              <a:spcBef>
                <a:spcPts val="0"/>
              </a:spcBef>
              <a:spcAft>
                <a:spcPts val="0"/>
              </a:spcAft>
              <a:buSzPts val="3600"/>
              <a:buNone/>
              <a:defRPr sz="3600"/>
            </a:lvl5pPr>
            <a:lvl6pPr lvl="5" algn="ctr">
              <a:spcBef>
                <a:spcPts val="0"/>
              </a:spcBef>
              <a:spcAft>
                <a:spcPts val="0"/>
              </a:spcAft>
              <a:buSzPts val="3600"/>
              <a:buNone/>
              <a:defRPr sz="3600"/>
            </a:lvl6pPr>
            <a:lvl7pPr lvl="6" algn="ctr">
              <a:spcBef>
                <a:spcPts val="0"/>
              </a:spcBef>
              <a:spcAft>
                <a:spcPts val="0"/>
              </a:spcAft>
              <a:buSzPts val="3600"/>
              <a:buNone/>
              <a:defRPr sz="3600"/>
            </a:lvl7pPr>
            <a:lvl8pPr lvl="7" algn="ctr">
              <a:spcBef>
                <a:spcPts val="0"/>
              </a:spcBef>
              <a:spcAft>
                <a:spcPts val="0"/>
              </a:spcAft>
              <a:buSzPts val="3600"/>
              <a:buNone/>
              <a:defRPr sz="3600"/>
            </a:lvl8pPr>
            <a:lvl9pPr lvl="8" algn="ctr">
              <a:spcBef>
                <a:spcPts val="0"/>
              </a:spcBef>
              <a:spcAft>
                <a:spcPts val="0"/>
              </a:spcAft>
              <a:buSzPts val="3600"/>
              <a:buNone/>
              <a:defRPr sz="3600"/>
            </a:lvl9pPr>
          </a:lstStyle>
          <a:p>
            <a:endParaRPr/>
          </a:p>
        </p:txBody>
      </p:sp>
      <p:sp>
        <p:nvSpPr>
          <p:cNvPr id="19" name="Google Shape;19;p3"/>
          <p:cNvSpPr txBox="1">
            <a:spLocks noGrp="1"/>
          </p:cNvSpPr>
          <p:nvPr>
            <p:ph type="sldNum" idx="12"/>
          </p:nvPr>
        </p:nvSpPr>
        <p:spPr>
          <a:xfrm>
            <a:off x="8490250" y="4681009"/>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Title and body" type="tx">
  <p:cSld name="TITLE_AND_BODY">
    <p:spTree>
      <p:nvGrpSpPr>
        <p:cNvPr id="1" name="Shape 20"/>
        <p:cNvGrpSpPr/>
        <p:nvPr/>
      </p:nvGrpSpPr>
      <p:grpSpPr>
        <a:xfrm>
          <a:off x="0" y="0"/>
          <a:ext cx="0" cy="0"/>
          <a:chOff x="0" y="0"/>
          <a:chExt cx="0" cy="0"/>
        </a:xfrm>
      </p:grpSpPr>
      <p:sp>
        <p:nvSpPr>
          <p:cNvPr id="21" name="Google Shape;21;p4"/>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rmAutofit/>
          </a:bodyPr>
          <a:lstStyle>
            <a:lvl1pPr lvl="0">
              <a:spcBef>
                <a:spcPts val="0"/>
              </a:spcBef>
              <a:spcAft>
                <a:spcPts val="0"/>
              </a:spcAft>
              <a:buSzPts val="3000"/>
              <a:buNone/>
              <a:defRPr/>
            </a:lvl1pPr>
            <a:lvl2pPr lvl="1">
              <a:spcBef>
                <a:spcPts val="0"/>
              </a:spcBef>
              <a:spcAft>
                <a:spcPts val="0"/>
              </a:spcAft>
              <a:buSzPts val="3000"/>
              <a:buNone/>
              <a:defRPr/>
            </a:lvl2pPr>
            <a:lvl3pPr lvl="2">
              <a:spcBef>
                <a:spcPts val="0"/>
              </a:spcBef>
              <a:spcAft>
                <a:spcPts val="0"/>
              </a:spcAft>
              <a:buSzPts val="3000"/>
              <a:buNone/>
              <a:defRPr/>
            </a:lvl3pPr>
            <a:lvl4pPr lvl="3">
              <a:spcBef>
                <a:spcPts val="0"/>
              </a:spcBef>
              <a:spcAft>
                <a:spcPts val="0"/>
              </a:spcAft>
              <a:buSzPts val="3000"/>
              <a:buNone/>
              <a:defRPr/>
            </a:lvl4pPr>
            <a:lvl5pPr lvl="4">
              <a:spcBef>
                <a:spcPts val="0"/>
              </a:spcBef>
              <a:spcAft>
                <a:spcPts val="0"/>
              </a:spcAft>
              <a:buSzPts val="3000"/>
              <a:buNone/>
              <a:defRPr/>
            </a:lvl5pPr>
            <a:lvl6pPr lvl="5">
              <a:spcBef>
                <a:spcPts val="0"/>
              </a:spcBef>
              <a:spcAft>
                <a:spcPts val="0"/>
              </a:spcAft>
              <a:buSzPts val="3000"/>
              <a:buNone/>
              <a:defRPr/>
            </a:lvl6pPr>
            <a:lvl7pPr lvl="6">
              <a:spcBef>
                <a:spcPts val="0"/>
              </a:spcBef>
              <a:spcAft>
                <a:spcPts val="0"/>
              </a:spcAft>
              <a:buSzPts val="3000"/>
              <a:buNone/>
              <a:defRPr/>
            </a:lvl7pPr>
            <a:lvl8pPr lvl="7">
              <a:spcBef>
                <a:spcPts val="0"/>
              </a:spcBef>
              <a:spcAft>
                <a:spcPts val="0"/>
              </a:spcAft>
              <a:buSzPts val="3000"/>
              <a:buNone/>
              <a:defRPr/>
            </a:lvl8pPr>
            <a:lvl9pPr lvl="8">
              <a:spcBef>
                <a:spcPts val="0"/>
              </a:spcBef>
              <a:spcAft>
                <a:spcPts val="0"/>
              </a:spcAft>
              <a:buSzPts val="3000"/>
              <a:buNone/>
              <a:defRPr/>
            </a:lvl9pPr>
          </a:lstStyle>
          <a:p>
            <a:endParaRPr/>
          </a:p>
        </p:txBody>
      </p:sp>
      <p:sp>
        <p:nvSpPr>
          <p:cNvPr id="22" name="Google Shape;22;p4"/>
          <p:cNvSpPr txBox="1">
            <a:spLocks noGrp="1"/>
          </p:cNvSpPr>
          <p:nvPr>
            <p:ph type="body" idx="1"/>
          </p:nvPr>
        </p:nvSpPr>
        <p:spPr>
          <a:xfrm>
            <a:off x="311700" y="1152475"/>
            <a:ext cx="8520600" cy="3416400"/>
          </a:xfrm>
          <a:prstGeom prst="rect">
            <a:avLst/>
          </a:prstGeom>
        </p:spPr>
        <p:txBody>
          <a:bodyPr spcFirstLastPara="1" wrap="square" lIns="91425" tIns="91425" rIns="91425" bIns="91425" anchor="t" anchorCtr="0">
            <a:normAutofit/>
          </a:bodyPr>
          <a:lstStyle>
            <a:lvl1pPr marL="457200" lvl="0" indent="-342900">
              <a:spcBef>
                <a:spcPts val="0"/>
              </a:spcBef>
              <a:spcAft>
                <a:spcPts val="0"/>
              </a:spcAft>
              <a:buSzPts val="1800"/>
              <a:buChar char="●"/>
              <a:defRPr/>
            </a:lvl1pPr>
            <a:lvl2pPr marL="914400" lvl="1" indent="-317500">
              <a:spcBef>
                <a:spcPts val="0"/>
              </a:spcBef>
              <a:spcAft>
                <a:spcPts val="0"/>
              </a:spcAft>
              <a:buSzPts val="1400"/>
              <a:buChar char="○"/>
              <a:defRPr/>
            </a:lvl2pPr>
            <a:lvl3pPr marL="1371600" lvl="2" indent="-317500">
              <a:spcBef>
                <a:spcPts val="0"/>
              </a:spcBef>
              <a:spcAft>
                <a:spcPts val="0"/>
              </a:spcAft>
              <a:buSzPts val="1400"/>
              <a:buChar char="■"/>
              <a:defRPr/>
            </a:lvl3pPr>
            <a:lvl4pPr marL="1828800" lvl="3" indent="-317500">
              <a:spcBef>
                <a:spcPts val="0"/>
              </a:spcBef>
              <a:spcAft>
                <a:spcPts val="0"/>
              </a:spcAft>
              <a:buSzPts val="1400"/>
              <a:buChar char="●"/>
              <a:defRPr/>
            </a:lvl4pPr>
            <a:lvl5pPr marL="2286000" lvl="4" indent="-317500">
              <a:spcBef>
                <a:spcPts val="0"/>
              </a:spcBef>
              <a:spcAft>
                <a:spcPts val="0"/>
              </a:spcAft>
              <a:buSzPts val="1400"/>
              <a:buChar char="○"/>
              <a:defRPr/>
            </a:lvl5pPr>
            <a:lvl6pPr marL="2743200" lvl="5" indent="-317500">
              <a:spcBef>
                <a:spcPts val="0"/>
              </a:spcBef>
              <a:spcAft>
                <a:spcPts val="0"/>
              </a:spcAft>
              <a:buSzPts val="1400"/>
              <a:buChar char="■"/>
              <a:defRPr/>
            </a:lvl6pPr>
            <a:lvl7pPr marL="3200400" lvl="6" indent="-317500">
              <a:spcBef>
                <a:spcPts val="0"/>
              </a:spcBef>
              <a:spcAft>
                <a:spcPts val="0"/>
              </a:spcAft>
              <a:buSzPts val="1400"/>
              <a:buChar char="●"/>
              <a:defRPr/>
            </a:lvl7pPr>
            <a:lvl8pPr marL="3657600" lvl="7" indent="-317500">
              <a:spcBef>
                <a:spcPts val="0"/>
              </a:spcBef>
              <a:spcAft>
                <a:spcPts val="0"/>
              </a:spcAft>
              <a:buSzPts val="1400"/>
              <a:buChar char="○"/>
              <a:defRPr/>
            </a:lvl8pPr>
            <a:lvl9pPr marL="4114800" lvl="8" indent="-317500">
              <a:spcBef>
                <a:spcPts val="0"/>
              </a:spcBef>
              <a:spcAft>
                <a:spcPts val="0"/>
              </a:spcAft>
              <a:buSzPts val="1400"/>
              <a:buChar char="■"/>
              <a:defRPr/>
            </a:lvl9pPr>
          </a:lstStyle>
          <a:p>
            <a:endParaRPr/>
          </a:p>
        </p:txBody>
      </p:sp>
      <p:sp>
        <p:nvSpPr>
          <p:cNvPr id="23" name="Google Shape;23;p4"/>
          <p:cNvSpPr txBox="1">
            <a:spLocks noGrp="1"/>
          </p:cNvSpPr>
          <p:nvPr>
            <p:ph type="sldNum" idx="12"/>
          </p:nvPr>
        </p:nvSpPr>
        <p:spPr>
          <a:xfrm>
            <a:off x="8490250" y="4681009"/>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Title and two columns" type="twoColTx">
  <p:cSld name="TITLE_AND_TWO_COLUMNS">
    <p:spTree>
      <p:nvGrpSpPr>
        <p:cNvPr id="1" name="Shape 24"/>
        <p:cNvGrpSpPr/>
        <p:nvPr/>
      </p:nvGrpSpPr>
      <p:grpSpPr>
        <a:xfrm>
          <a:off x="0" y="0"/>
          <a:ext cx="0" cy="0"/>
          <a:chOff x="0" y="0"/>
          <a:chExt cx="0" cy="0"/>
        </a:xfrm>
      </p:grpSpPr>
      <p:sp>
        <p:nvSpPr>
          <p:cNvPr id="25" name="Google Shape;25;p5"/>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rmAutofit/>
          </a:bodyPr>
          <a:lstStyle>
            <a:lvl1pPr lvl="0">
              <a:spcBef>
                <a:spcPts val="0"/>
              </a:spcBef>
              <a:spcAft>
                <a:spcPts val="0"/>
              </a:spcAft>
              <a:buSzPts val="3000"/>
              <a:buNone/>
              <a:defRPr/>
            </a:lvl1pPr>
            <a:lvl2pPr lvl="1">
              <a:spcBef>
                <a:spcPts val="0"/>
              </a:spcBef>
              <a:spcAft>
                <a:spcPts val="0"/>
              </a:spcAft>
              <a:buSzPts val="3000"/>
              <a:buNone/>
              <a:defRPr/>
            </a:lvl2pPr>
            <a:lvl3pPr lvl="2">
              <a:spcBef>
                <a:spcPts val="0"/>
              </a:spcBef>
              <a:spcAft>
                <a:spcPts val="0"/>
              </a:spcAft>
              <a:buSzPts val="3000"/>
              <a:buNone/>
              <a:defRPr/>
            </a:lvl3pPr>
            <a:lvl4pPr lvl="3">
              <a:spcBef>
                <a:spcPts val="0"/>
              </a:spcBef>
              <a:spcAft>
                <a:spcPts val="0"/>
              </a:spcAft>
              <a:buSzPts val="3000"/>
              <a:buNone/>
              <a:defRPr/>
            </a:lvl4pPr>
            <a:lvl5pPr lvl="4">
              <a:spcBef>
                <a:spcPts val="0"/>
              </a:spcBef>
              <a:spcAft>
                <a:spcPts val="0"/>
              </a:spcAft>
              <a:buSzPts val="3000"/>
              <a:buNone/>
              <a:defRPr/>
            </a:lvl5pPr>
            <a:lvl6pPr lvl="5">
              <a:spcBef>
                <a:spcPts val="0"/>
              </a:spcBef>
              <a:spcAft>
                <a:spcPts val="0"/>
              </a:spcAft>
              <a:buSzPts val="3000"/>
              <a:buNone/>
              <a:defRPr/>
            </a:lvl6pPr>
            <a:lvl7pPr lvl="6">
              <a:spcBef>
                <a:spcPts val="0"/>
              </a:spcBef>
              <a:spcAft>
                <a:spcPts val="0"/>
              </a:spcAft>
              <a:buSzPts val="3000"/>
              <a:buNone/>
              <a:defRPr/>
            </a:lvl7pPr>
            <a:lvl8pPr lvl="7">
              <a:spcBef>
                <a:spcPts val="0"/>
              </a:spcBef>
              <a:spcAft>
                <a:spcPts val="0"/>
              </a:spcAft>
              <a:buSzPts val="3000"/>
              <a:buNone/>
              <a:defRPr/>
            </a:lvl8pPr>
            <a:lvl9pPr lvl="8">
              <a:spcBef>
                <a:spcPts val="0"/>
              </a:spcBef>
              <a:spcAft>
                <a:spcPts val="0"/>
              </a:spcAft>
              <a:buSzPts val="3000"/>
              <a:buNone/>
              <a:defRPr/>
            </a:lvl9pPr>
          </a:lstStyle>
          <a:p>
            <a:endParaRPr/>
          </a:p>
        </p:txBody>
      </p:sp>
      <p:sp>
        <p:nvSpPr>
          <p:cNvPr id="26" name="Google Shape;26;p5"/>
          <p:cNvSpPr txBox="1">
            <a:spLocks noGrp="1"/>
          </p:cNvSpPr>
          <p:nvPr>
            <p:ph type="body" idx="1"/>
          </p:nvPr>
        </p:nvSpPr>
        <p:spPr>
          <a:xfrm>
            <a:off x="311700" y="1152475"/>
            <a:ext cx="3999900" cy="3416400"/>
          </a:xfrm>
          <a:prstGeom prst="rect">
            <a:avLst/>
          </a:prstGeom>
        </p:spPr>
        <p:txBody>
          <a:bodyPr spcFirstLastPara="1" wrap="square" lIns="91425" tIns="91425" rIns="91425" bIns="91425" anchor="t" anchorCtr="0">
            <a:normAutofit/>
          </a:bodyPr>
          <a:lstStyle>
            <a:lvl1pPr marL="457200" lvl="0" indent="-317500">
              <a:spcBef>
                <a:spcPts val="0"/>
              </a:spcBef>
              <a:spcAft>
                <a:spcPts val="0"/>
              </a:spcAft>
              <a:buSzPts val="1400"/>
              <a:buChar char="●"/>
              <a:defRPr sz="1400"/>
            </a:lvl1pPr>
            <a:lvl2pPr marL="914400" lvl="1" indent="-304800">
              <a:spcBef>
                <a:spcPts val="0"/>
              </a:spcBef>
              <a:spcAft>
                <a:spcPts val="0"/>
              </a:spcAft>
              <a:buSzPts val="1200"/>
              <a:buChar char="○"/>
              <a:defRPr sz="1200"/>
            </a:lvl2pPr>
            <a:lvl3pPr marL="1371600" lvl="2" indent="-304800">
              <a:spcBef>
                <a:spcPts val="0"/>
              </a:spcBef>
              <a:spcAft>
                <a:spcPts val="0"/>
              </a:spcAft>
              <a:buSzPts val="1200"/>
              <a:buChar char="■"/>
              <a:defRPr sz="1200"/>
            </a:lvl3pPr>
            <a:lvl4pPr marL="1828800" lvl="3" indent="-304800">
              <a:spcBef>
                <a:spcPts val="0"/>
              </a:spcBef>
              <a:spcAft>
                <a:spcPts val="0"/>
              </a:spcAft>
              <a:buSzPts val="1200"/>
              <a:buChar char="●"/>
              <a:defRPr sz="1200"/>
            </a:lvl4pPr>
            <a:lvl5pPr marL="2286000" lvl="4" indent="-304800">
              <a:spcBef>
                <a:spcPts val="0"/>
              </a:spcBef>
              <a:spcAft>
                <a:spcPts val="0"/>
              </a:spcAft>
              <a:buSzPts val="1200"/>
              <a:buChar char="○"/>
              <a:defRPr sz="1200"/>
            </a:lvl5pPr>
            <a:lvl6pPr marL="2743200" lvl="5" indent="-304800">
              <a:spcBef>
                <a:spcPts val="0"/>
              </a:spcBef>
              <a:spcAft>
                <a:spcPts val="0"/>
              </a:spcAft>
              <a:buSzPts val="1200"/>
              <a:buChar char="■"/>
              <a:defRPr sz="1200"/>
            </a:lvl6pPr>
            <a:lvl7pPr marL="3200400" lvl="6" indent="-304800">
              <a:spcBef>
                <a:spcPts val="0"/>
              </a:spcBef>
              <a:spcAft>
                <a:spcPts val="0"/>
              </a:spcAft>
              <a:buSzPts val="1200"/>
              <a:buChar char="●"/>
              <a:defRPr sz="1200"/>
            </a:lvl7pPr>
            <a:lvl8pPr marL="3657600" lvl="7" indent="-304800">
              <a:spcBef>
                <a:spcPts val="0"/>
              </a:spcBef>
              <a:spcAft>
                <a:spcPts val="0"/>
              </a:spcAft>
              <a:buSzPts val="1200"/>
              <a:buChar char="○"/>
              <a:defRPr sz="1200"/>
            </a:lvl8pPr>
            <a:lvl9pPr marL="4114800" lvl="8" indent="-304800">
              <a:spcBef>
                <a:spcPts val="0"/>
              </a:spcBef>
              <a:spcAft>
                <a:spcPts val="0"/>
              </a:spcAft>
              <a:buSzPts val="1200"/>
              <a:buChar char="■"/>
              <a:defRPr sz="1200"/>
            </a:lvl9pPr>
          </a:lstStyle>
          <a:p>
            <a:endParaRPr/>
          </a:p>
        </p:txBody>
      </p:sp>
      <p:sp>
        <p:nvSpPr>
          <p:cNvPr id="27" name="Google Shape;27;p5"/>
          <p:cNvSpPr txBox="1">
            <a:spLocks noGrp="1"/>
          </p:cNvSpPr>
          <p:nvPr>
            <p:ph type="body" idx="2"/>
          </p:nvPr>
        </p:nvSpPr>
        <p:spPr>
          <a:xfrm>
            <a:off x="4832400" y="1152475"/>
            <a:ext cx="3999900" cy="3416400"/>
          </a:xfrm>
          <a:prstGeom prst="rect">
            <a:avLst/>
          </a:prstGeom>
        </p:spPr>
        <p:txBody>
          <a:bodyPr spcFirstLastPara="1" wrap="square" lIns="91425" tIns="91425" rIns="91425" bIns="91425" anchor="t" anchorCtr="0">
            <a:normAutofit/>
          </a:bodyPr>
          <a:lstStyle>
            <a:lvl1pPr marL="457200" lvl="0" indent="-317500">
              <a:spcBef>
                <a:spcPts val="0"/>
              </a:spcBef>
              <a:spcAft>
                <a:spcPts val="0"/>
              </a:spcAft>
              <a:buSzPts val="1400"/>
              <a:buChar char="●"/>
              <a:defRPr sz="1400"/>
            </a:lvl1pPr>
            <a:lvl2pPr marL="914400" lvl="1" indent="-304800">
              <a:spcBef>
                <a:spcPts val="0"/>
              </a:spcBef>
              <a:spcAft>
                <a:spcPts val="0"/>
              </a:spcAft>
              <a:buSzPts val="1200"/>
              <a:buChar char="○"/>
              <a:defRPr sz="1200"/>
            </a:lvl2pPr>
            <a:lvl3pPr marL="1371600" lvl="2" indent="-304800">
              <a:spcBef>
                <a:spcPts val="0"/>
              </a:spcBef>
              <a:spcAft>
                <a:spcPts val="0"/>
              </a:spcAft>
              <a:buSzPts val="1200"/>
              <a:buChar char="■"/>
              <a:defRPr sz="1200"/>
            </a:lvl3pPr>
            <a:lvl4pPr marL="1828800" lvl="3" indent="-304800">
              <a:spcBef>
                <a:spcPts val="0"/>
              </a:spcBef>
              <a:spcAft>
                <a:spcPts val="0"/>
              </a:spcAft>
              <a:buSzPts val="1200"/>
              <a:buChar char="●"/>
              <a:defRPr sz="1200"/>
            </a:lvl4pPr>
            <a:lvl5pPr marL="2286000" lvl="4" indent="-304800">
              <a:spcBef>
                <a:spcPts val="0"/>
              </a:spcBef>
              <a:spcAft>
                <a:spcPts val="0"/>
              </a:spcAft>
              <a:buSzPts val="1200"/>
              <a:buChar char="○"/>
              <a:defRPr sz="1200"/>
            </a:lvl5pPr>
            <a:lvl6pPr marL="2743200" lvl="5" indent="-304800">
              <a:spcBef>
                <a:spcPts val="0"/>
              </a:spcBef>
              <a:spcAft>
                <a:spcPts val="0"/>
              </a:spcAft>
              <a:buSzPts val="1200"/>
              <a:buChar char="■"/>
              <a:defRPr sz="1200"/>
            </a:lvl6pPr>
            <a:lvl7pPr marL="3200400" lvl="6" indent="-304800">
              <a:spcBef>
                <a:spcPts val="0"/>
              </a:spcBef>
              <a:spcAft>
                <a:spcPts val="0"/>
              </a:spcAft>
              <a:buSzPts val="1200"/>
              <a:buChar char="●"/>
              <a:defRPr sz="1200"/>
            </a:lvl7pPr>
            <a:lvl8pPr marL="3657600" lvl="7" indent="-304800">
              <a:spcBef>
                <a:spcPts val="0"/>
              </a:spcBef>
              <a:spcAft>
                <a:spcPts val="0"/>
              </a:spcAft>
              <a:buSzPts val="1200"/>
              <a:buChar char="○"/>
              <a:defRPr sz="1200"/>
            </a:lvl8pPr>
            <a:lvl9pPr marL="4114800" lvl="8" indent="-304800">
              <a:spcBef>
                <a:spcPts val="0"/>
              </a:spcBef>
              <a:spcAft>
                <a:spcPts val="0"/>
              </a:spcAft>
              <a:buSzPts val="1200"/>
              <a:buChar char="■"/>
              <a:defRPr sz="1200"/>
            </a:lvl9pPr>
          </a:lstStyle>
          <a:p>
            <a:endParaRPr/>
          </a:p>
        </p:txBody>
      </p:sp>
      <p:sp>
        <p:nvSpPr>
          <p:cNvPr id="28" name="Google Shape;28;p5"/>
          <p:cNvSpPr txBox="1">
            <a:spLocks noGrp="1"/>
          </p:cNvSpPr>
          <p:nvPr>
            <p:ph type="sldNum" idx="12"/>
          </p:nvPr>
        </p:nvSpPr>
        <p:spPr>
          <a:xfrm>
            <a:off x="8490250" y="4681009"/>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29"/>
        <p:cNvGrpSpPr/>
        <p:nvPr/>
      </p:nvGrpSpPr>
      <p:grpSpPr>
        <a:xfrm>
          <a:off x="0" y="0"/>
          <a:ext cx="0" cy="0"/>
          <a:chOff x="0" y="0"/>
          <a:chExt cx="0" cy="0"/>
        </a:xfrm>
      </p:grpSpPr>
      <p:sp>
        <p:nvSpPr>
          <p:cNvPr id="30" name="Google Shape;30;p6"/>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rmAutofit/>
          </a:bodyPr>
          <a:lstStyle>
            <a:lvl1pPr lvl="0">
              <a:spcBef>
                <a:spcPts val="0"/>
              </a:spcBef>
              <a:spcAft>
                <a:spcPts val="0"/>
              </a:spcAft>
              <a:buSzPts val="3000"/>
              <a:buNone/>
              <a:defRPr/>
            </a:lvl1pPr>
            <a:lvl2pPr lvl="1">
              <a:spcBef>
                <a:spcPts val="0"/>
              </a:spcBef>
              <a:spcAft>
                <a:spcPts val="0"/>
              </a:spcAft>
              <a:buSzPts val="3000"/>
              <a:buNone/>
              <a:defRPr/>
            </a:lvl2pPr>
            <a:lvl3pPr lvl="2">
              <a:spcBef>
                <a:spcPts val="0"/>
              </a:spcBef>
              <a:spcAft>
                <a:spcPts val="0"/>
              </a:spcAft>
              <a:buSzPts val="3000"/>
              <a:buNone/>
              <a:defRPr/>
            </a:lvl3pPr>
            <a:lvl4pPr lvl="3">
              <a:spcBef>
                <a:spcPts val="0"/>
              </a:spcBef>
              <a:spcAft>
                <a:spcPts val="0"/>
              </a:spcAft>
              <a:buSzPts val="3000"/>
              <a:buNone/>
              <a:defRPr/>
            </a:lvl4pPr>
            <a:lvl5pPr lvl="4">
              <a:spcBef>
                <a:spcPts val="0"/>
              </a:spcBef>
              <a:spcAft>
                <a:spcPts val="0"/>
              </a:spcAft>
              <a:buSzPts val="3000"/>
              <a:buNone/>
              <a:defRPr/>
            </a:lvl5pPr>
            <a:lvl6pPr lvl="5">
              <a:spcBef>
                <a:spcPts val="0"/>
              </a:spcBef>
              <a:spcAft>
                <a:spcPts val="0"/>
              </a:spcAft>
              <a:buSzPts val="3000"/>
              <a:buNone/>
              <a:defRPr/>
            </a:lvl6pPr>
            <a:lvl7pPr lvl="6">
              <a:spcBef>
                <a:spcPts val="0"/>
              </a:spcBef>
              <a:spcAft>
                <a:spcPts val="0"/>
              </a:spcAft>
              <a:buSzPts val="3000"/>
              <a:buNone/>
              <a:defRPr/>
            </a:lvl7pPr>
            <a:lvl8pPr lvl="7">
              <a:spcBef>
                <a:spcPts val="0"/>
              </a:spcBef>
              <a:spcAft>
                <a:spcPts val="0"/>
              </a:spcAft>
              <a:buSzPts val="3000"/>
              <a:buNone/>
              <a:defRPr/>
            </a:lvl8pPr>
            <a:lvl9pPr lvl="8">
              <a:spcBef>
                <a:spcPts val="0"/>
              </a:spcBef>
              <a:spcAft>
                <a:spcPts val="0"/>
              </a:spcAft>
              <a:buSzPts val="3000"/>
              <a:buNone/>
              <a:defRPr/>
            </a:lvl9pPr>
          </a:lstStyle>
          <a:p>
            <a:endParaRPr/>
          </a:p>
        </p:txBody>
      </p:sp>
      <p:sp>
        <p:nvSpPr>
          <p:cNvPr id="31" name="Google Shape;31;p6"/>
          <p:cNvSpPr txBox="1">
            <a:spLocks noGrp="1"/>
          </p:cNvSpPr>
          <p:nvPr>
            <p:ph type="sldNum" idx="12"/>
          </p:nvPr>
        </p:nvSpPr>
        <p:spPr>
          <a:xfrm>
            <a:off x="8490250" y="4681009"/>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One column text">
  <p:cSld name="ONE_COLUMN_TEXT">
    <p:spTree>
      <p:nvGrpSpPr>
        <p:cNvPr id="1" name="Shape 32"/>
        <p:cNvGrpSpPr/>
        <p:nvPr/>
      </p:nvGrpSpPr>
      <p:grpSpPr>
        <a:xfrm>
          <a:off x="0" y="0"/>
          <a:ext cx="0" cy="0"/>
          <a:chOff x="0" y="0"/>
          <a:chExt cx="0" cy="0"/>
        </a:xfrm>
      </p:grpSpPr>
      <p:sp>
        <p:nvSpPr>
          <p:cNvPr id="33" name="Google Shape;33;p7"/>
          <p:cNvSpPr txBox="1">
            <a:spLocks noGrp="1"/>
          </p:cNvSpPr>
          <p:nvPr>
            <p:ph type="title"/>
          </p:nvPr>
        </p:nvSpPr>
        <p:spPr>
          <a:xfrm>
            <a:off x="311700" y="555600"/>
            <a:ext cx="2808000" cy="755700"/>
          </a:xfrm>
          <a:prstGeom prst="rect">
            <a:avLst/>
          </a:prstGeom>
        </p:spPr>
        <p:txBody>
          <a:bodyPr spcFirstLastPara="1" wrap="square" lIns="91425" tIns="91425" rIns="91425" bIns="91425" anchor="b" anchorCtr="0">
            <a:norm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a:endParaRPr/>
          </a:p>
        </p:txBody>
      </p:sp>
      <p:sp>
        <p:nvSpPr>
          <p:cNvPr id="34" name="Google Shape;34;p7"/>
          <p:cNvSpPr txBox="1">
            <a:spLocks noGrp="1"/>
          </p:cNvSpPr>
          <p:nvPr>
            <p:ph type="body" idx="1"/>
          </p:nvPr>
        </p:nvSpPr>
        <p:spPr>
          <a:xfrm>
            <a:off x="311700" y="1389600"/>
            <a:ext cx="2808000" cy="3179400"/>
          </a:xfrm>
          <a:prstGeom prst="rect">
            <a:avLst/>
          </a:prstGeom>
        </p:spPr>
        <p:txBody>
          <a:bodyPr spcFirstLastPara="1" wrap="square" lIns="91425" tIns="91425" rIns="91425" bIns="91425" anchor="t" anchorCtr="0">
            <a:normAutofit/>
          </a:bodyPr>
          <a:lstStyle>
            <a:lvl1pPr marL="457200" lvl="0" indent="-304800">
              <a:spcBef>
                <a:spcPts val="0"/>
              </a:spcBef>
              <a:spcAft>
                <a:spcPts val="0"/>
              </a:spcAft>
              <a:buSzPts val="1200"/>
              <a:buChar char="●"/>
              <a:defRPr sz="1200"/>
            </a:lvl1pPr>
            <a:lvl2pPr marL="914400" lvl="1" indent="-304800">
              <a:spcBef>
                <a:spcPts val="0"/>
              </a:spcBef>
              <a:spcAft>
                <a:spcPts val="0"/>
              </a:spcAft>
              <a:buSzPts val="1200"/>
              <a:buChar char="○"/>
              <a:defRPr sz="1200"/>
            </a:lvl2pPr>
            <a:lvl3pPr marL="1371600" lvl="2" indent="-304800">
              <a:spcBef>
                <a:spcPts val="0"/>
              </a:spcBef>
              <a:spcAft>
                <a:spcPts val="0"/>
              </a:spcAft>
              <a:buSzPts val="1200"/>
              <a:buChar char="■"/>
              <a:defRPr sz="1200"/>
            </a:lvl3pPr>
            <a:lvl4pPr marL="1828800" lvl="3" indent="-304800">
              <a:spcBef>
                <a:spcPts val="0"/>
              </a:spcBef>
              <a:spcAft>
                <a:spcPts val="0"/>
              </a:spcAft>
              <a:buSzPts val="1200"/>
              <a:buChar char="●"/>
              <a:defRPr sz="1200"/>
            </a:lvl4pPr>
            <a:lvl5pPr marL="2286000" lvl="4" indent="-304800">
              <a:spcBef>
                <a:spcPts val="0"/>
              </a:spcBef>
              <a:spcAft>
                <a:spcPts val="0"/>
              </a:spcAft>
              <a:buSzPts val="1200"/>
              <a:buChar char="○"/>
              <a:defRPr sz="1200"/>
            </a:lvl5pPr>
            <a:lvl6pPr marL="2743200" lvl="5" indent="-304800">
              <a:spcBef>
                <a:spcPts val="0"/>
              </a:spcBef>
              <a:spcAft>
                <a:spcPts val="0"/>
              </a:spcAft>
              <a:buSzPts val="1200"/>
              <a:buChar char="■"/>
              <a:defRPr sz="1200"/>
            </a:lvl6pPr>
            <a:lvl7pPr marL="3200400" lvl="6" indent="-304800">
              <a:spcBef>
                <a:spcPts val="0"/>
              </a:spcBef>
              <a:spcAft>
                <a:spcPts val="0"/>
              </a:spcAft>
              <a:buSzPts val="1200"/>
              <a:buChar char="●"/>
              <a:defRPr sz="1200"/>
            </a:lvl7pPr>
            <a:lvl8pPr marL="3657600" lvl="7" indent="-304800">
              <a:spcBef>
                <a:spcPts val="0"/>
              </a:spcBef>
              <a:spcAft>
                <a:spcPts val="0"/>
              </a:spcAft>
              <a:buSzPts val="1200"/>
              <a:buChar char="○"/>
              <a:defRPr sz="1200"/>
            </a:lvl8pPr>
            <a:lvl9pPr marL="4114800" lvl="8" indent="-304800">
              <a:spcBef>
                <a:spcPts val="0"/>
              </a:spcBef>
              <a:spcAft>
                <a:spcPts val="0"/>
              </a:spcAft>
              <a:buSzPts val="1200"/>
              <a:buChar char="■"/>
              <a:defRPr sz="1200"/>
            </a:lvl9pPr>
          </a:lstStyle>
          <a:p>
            <a:endParaRPr/>
          </a:p>
        </p:txBody>
      </p:sp>
      <p:sp>
        <p:nvSpPr>
          <p:cNvPr id="35" name="Google Shape;35;p7"/>
          <p:cNvSpPr txBox="1">
            <a:spLocks noGrp="1"/>
          </p:cNvSpPr>
          <p:nvPr>
            <p:ph type="sldNum" idx="12"/>
          </p:nvPr>
        </p:nvSpPr>
        <p:spPr>
          <a:xfrm>
            <a:off x="8490250" y="4681009"/>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Main point">
  <p:cSld name="MAIN_POINT">
    <p:bg>
      <p:bgPr>
        <a:solidFill>
          <a:schemeClr val="lt2"/>
        </a:solidFill>
        <a:effectLst/>
      </p:bgPr>
    </p:bg>
    <p:spTree>
      <p:nvGrpSpPr>
        <p:cNvPr id="1" name="Shape 36"/>
        <p:cNvGrpSpPr/>
        <p:nvPr/>
      </p:nvGrpSpPr>
      <p:grpSpPr>
        <a:xfrm>
          <a:off x="0" y="0"/>
          <a:ext cx="0" cy="0"/>
          <a:chOff x="0" y="0"/>
          <a:chExt cx="0" cy="0"/>
        </a:xfrm>
      </p:grpSpPr>
      <p:sp>
        <p:nvSpPr>
          <p:cNvPr id="37" name="Google Shape;37;p8"/>
          <p:cNvSpPr txBox="1">
            <a:spLocks noGrp="1"/>
          </p:cNvSpPr>
          <p:nvPr>
            <p:ph type="title"/>
          </p:nvPr>
        </p:nvSpPr>
        <p:spPr>
          <a:xfrm>
            <a:off x="490250" y="526350"/>
            <a:ext cx="6227100" cy="4090800"/>
          </a:xfrm>
          <a:prstGeom prst="rect">
            <a:avLst/>
          </a:prstGeom>
        </p:spPr>
        <p:txBody>
          <a:bodyPr spcFirstLastPara="1" wrap="square" lIns="91425" tIns="91425" rIns="91425" bIns="91425" anchor="ctr" anchorCtr="0">
            <a:normAutofit/>
          </a:bodyPr>
          <a:lstStyle>
            <a:lvl1pPr lvl="0">
              <a:spcBef>
                <a:spcPts val="0"/>
              </a:spcBef>
              <a:spcAft>
                <a:spcPts val="0"/>
              </a:spcAft>
              <a:buClr>
                <a:schemeClr val="lt1"/>
              </a:buClr>
              <a:buSzPts val="4800"/>
              <a:buNone/>
              <a:defRPr sz="4800">
                <a:solidFill>
                  <a:schemeClr val="lt1"/>
                </a:solidFill>
              </a:defRPr>
            </a:lvl1pPr>
            <a:lvl2pPr lvl="1">
              <a:spcBef>
                <a:spcPts val="0"/>
              </a:spcBef>
              <a:spcAft>
                <a:spcPts val="0"/>
              </a:spcAft>
              <a:buClr>
                <a:schemeClr val="lt1"/>
              </a:buClr>
              <a:buSzPts val="4800"/>
              <a:buNone/>
              <a:defRPr sz="4800">
                <a:solidFill>
                  <a:schemeClr val="lt1"/>
                </a:solidFill>
              </a:defRPr>
            </a:lvl2pPr>
            <a:lvl3pPr lvl="2">
              <a:spcBef>
                <a:spcPts val="0"/>
              </a:spcBef>
              <a:spcAft>
                <a:spcPts val="0"/>
              </a:spcAft>
              <a:buClr>
                <a:schemeClr val="lt1"/>
              </a:buClr>
              <a:buSzPts val="4800"/>
              <a:buNone/>
              <a:defRPr sz="4800">
                <a:solidFill>
                  <a:schemeClr val="lt1"/>
                </a:solidFill>
              </a:defRPr>
            </a:lvl3pPr>
            <a:lvl4pPr lvl="3">
              <a:spcBef>
                <a:spcPts val="0"/>
              </a:spcBef>
              <a:spcAft>
                <a:spcPts val="0"/>
              </a:spcAft>
              <a:buClr>
                <a:schemeClr val="lt1"/>
              </a:buClr>
              <a:buSzPts val="4800"/>
              <a:buNone/>
              <a:defRPr sz="4800">
                <a:solidFill>
                  <a:schemeClr val="lt1"/>
                </a:solidFill>
              </a:defRPr>
            </a:lvl4pPr>
            <a:lvl5pPr lvl="4">
              <a:spcBef>
                <a:spcPts val="0"/>
              </a:spcBef>
              <a:spcAft>
                <a:spcPts val="0"/>
              </a:spcAft>
              <a:buClr>
                <a:schemeClr val="lt1"/>
              </a:buClr>
              <a:buSzPts val="4800"/>
              <a:buNone/>
              <a:defRPr sz="4800">
                <a:solidFill>
                  <a:schemeClr val="lt1"/>
                </a:solidFill>
              </a:defRPr>
            </a:lvl5pPr>
            <a:lvl6pPr lvl="5">
              <a:spcBef>
                <a:spcPts val="0"/>
              </a:spcBef>
              <a:spcAft>
                <a:spcPts val="0"/>
              </a:spcAft>
              <a:buClr>
                <a:schemeClr val="lt1"/>
              </a:buClr>
              <a:buSzPts val="4800"/>
              <a:buNone/>
              <a:defRPr sz="4800">
                <a:solidFill>
                  <a:schemeClr val="lt1"/>
                </a:solidFill>
              </a:defRPr>
            </a:lvl6pPr>
            <a:lvl7pPr lvl="6">
              <a:spcBef>
                <a:spcPts val="0"/>
              </a:spcBef>
              <a:spcAft>
                <a:spcPts val="0"/>
              </a:spcAft>
              <a:buClr>
                <a:schemeClr val="lt1"/>
              </a:buClr>
              <a:buSzPts val="4800"/>
              <a:buNone/>
              <a:defRPr sz="4800">
                <a:solidFill>
                  <a:schemeClr val="lt1"/>
                </a:solidFill>
              </a:defRPr>
            </a:lvl7pPr>
            <a:lvl8pPr lvl="7">
              <a:spcBef>
                <a:spcPts val="0"/>
              </a:spcBef>
              <a:spcAft>
                <a:spcPts val="0"/>
              </a:spcAft>
              <a:buClr>
                <a:schemeClr val="lt1"/>
              </a:buClr>
              <a:buSzPts val="4800"/>
              <a:buNone/>
              <a:defRPr sz="4800">
                <a:solidFill>
                  <a:schemeClr val="lt1"/>
                </a:solidFill>
              </a:defRPr>
            </a:lvl8pPr>
            <a:lvl9pPr lvl="8">
              <a:spcBef>
                <a:spcPts val="0"/>
              </a:spcBef>
              <a:spcAft>
                <a:spcPts val="0"/>
              </a:spcAft>
              <a:buClr>
                <a:schemeClr val="lt1"/>
              </a:buClr>
              <a:buSzPts val="4800"/>
              <a:buNone/>
              <a:defRPr sz="4800">
                <a:solidFill>
                  <a:schemeClr val="lt1"/>
                </a:solidFill>
              </a:defRPr>
            </a:lvl9pPr>
          </a:lstStyle>
          <a:p>
            <a:endParaRPr/>
          </a:p>
        </p:txBody>
      </p:sp>
      <p:sp>
        <p:nvSpPr>
          <p:cNvPr id="38" name="Google Shape;38;p8"/>
          <p:cNvSpPr txBox="1">
            <a:spLocks noGrp="1"/>
          </p:cNvSpPr>
          <p:nvPr>
            <p:ph type="sldNum" idx="12"/>
          </p:nvPr>
        </p:nvSpPr>
        <p:spPr>
          <a:xfrm>
            <a:off x="8490250" y="4681009"/>
            <a:ext cx="548700" cy="393600"/>
          </a:xfrm>
          <a:prstGeom prst="rect">
            <a:avLst/>
          </a:prstGeom>
        </p:spPr>
        <p:txBody>
          <a:bodyPr spcFirstLastPara="1" wrap="square" lIns="91425" tIns="91425" rIns="91425" bIns="91425" anchor="ctr" anchorCtr="0">
            <a:normAutofit/>
          </a:bodyPr>
          <a:lstStyle>
            <a:lvl1pPr lvl="0">
              <a:buNone/>
              <a:defRPr>
                <a:solidFill>
                  <a:schemeClr val="lt1"/>
                </a:solidFill>
              </a:defRPr>
            </a:lvl1pPr>
            <a:lvl2pPr lvl="1">
              <a:buNone/>
              <a:defRPr>
                <a:solidFill>
                  <a:schemeClr val="lt1"/>
                </a:solidFill>
              </a:defRPr>
            </a:lvl2pPr>
            <a:lvl3pPr lvl="2">
              <a:buNone/>
              <a:defRPr>
                <a:solidFill>
                  <a:schemeClr val="lt1"/>
                </a:solidFill>
              </a:defRPr>
            </a:lvl3pPr>
            <a:lvl4pPr lvl="3">
              <a:buNone/>
              <a:defRPr>
                <a:solidFill>
                  <a:schemeClr val="lt1"/>
                </a:solidFill>
              </a:defRPr>
            </a:lvl4pPr>
            <a:lvl5pPr lvl="4">
              <a:buNone/>
              <a:defRPr>
                <a:solidFill>
                  <a:schemeClr val="lt1"/>
                </a:solidFill>
              </a:defRPr>
            </a:lvl5pPr>
            <a:lvl6pPr lvl="5">
              <a:buNone/>
              <a:defRPr>
                <a:solidFill>
                  <a:schemeClr val="lt1"/>
                </a:solidFill>
              </a:defRPr>
            </a:lvl6pPr>
            <a:lvl7pPr lvl="6">
              <a:buNone/>
              <a:defRPr>
                <a:solidFill>
                  <a:schemeClr val="lt1"/>
                </a:solidFill>
              </a:defRPr>
            </a:lvl7pPr>
            <a:lvl8pPr lvl="7">
              <a:buNone/>
              <a:defRPr>
                <a:solidFill>
                  <a:schemeClr val="lt1"/>
                </a:solidFill>
              </a:defRPr>
            </a:lvl8pPr>
            <a:lvl9pPr lvl="8">
              <a:buNone/>
              <a:defRPr>
                <a:solidFill>
                  <a:schemeClr val="lt1"/>
                </a:solidFill>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Section title and description">
  <p:cSld name="SECTION_TITLE_AND_DESCRIPTION">
    <p:spTree>
      <p:nvGrpSpPr>
        <p:cNvPr id="1" name="Shape 39"/>
        <p:cNvGrpSpPr/>
        <p:nvPr/>
      </p:nvGrpSpPr>
      <p:grpSpPr>
        <a:xfrm>
          <a:off x="0" y="0"/>
          <a:ext cx="0" cy="0"/>
          <a:chOff x="0" y="0"/>
          <a:chExt cx="0" cy="0"/>
        </a:xfrm>
      </p:grpSpPr>
      <p:sp>
        <p:nvSpPr>
          <p:cNvPr id="40" name="Google Shape;40;p9"/>
          <p:cNvSpPr/>
          <p:nvPr/>
        </p:nvSpPr>
        <p:spPr>
          <a:xfrm>
            <a:off x="4572000" y="0"/>
            <a:ext cx="4572000" cy="5143500"/>
          </a:xfrm>
          <a:prstGeom prst="rect">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cxnSp>
        <p:nvCxnSpPr>
          <p:cNvPr id="41" name="Google Shape;41;p9"/>
          <p:cNvCxnSpPr/>
          <p:nvPr/>
        </p:nvCxnSpPr>
        <p:spPr>
          <a:xfrm>
            <a:off x="5029675" y="4495500"/>
            <a:ext cx="468300" cy="0"/>
          </a:xfrm>
          <a:prstGeom prst="straightConnector1">
            <a:avLst/>
          </a:prstGeom>
          <a:noFill/>
          <a:ln w="19050" cap="flat" cmpd="sng">
            <a:solidFill>
              <a:schemeClr val="lt1"/>
            </a:solidFill>
            <a:prstDash val="solid"/>
            <a:round/>
            <a:headEnd type="none" w="sm" len="sm"/>
            <a:tailEnd type="none" w="sm" len="sm"/>
          </a:ln>
        </p:spPr>
      </p:cxnSp>
      <p:sp>
        <p:nvSpPr>
          <p:cNvPr id="42" name="Google Shape;42;p9"/>
          <p:cNvSpPr txBox="1">
            <a:spLocks noGrp="1"/>
          </p:cNvSpPr>
          <p:nvPr>
            <p:ph type="title"/>
          </p:nvPr>
        </p:nvSpPr>
        <p:spPr>
          <a:xfrm>
            <a:off x="265500" y="1081400"/>
            <a:ext cx="4045200" cy="1710300"/>
          </a:xfrm>
          <a:prstGeom prst="rect">
            <a:avLst/>
          </a:prstGeom>
        </p:spPr>
        <p:txBody>
          <a:bodyPr spcFirstLastPara="1" wrap="square" lIns="91425" tIns="91425" rIns="91425" bIns="91425" anchor="b" anchorCtr="0">
            <a:normAutofit/>
          </a:bodyPr>
          <a:lstStyle>
            <a:lvl1pPr lvl="0" algn="ctr">
              <a:spcBef>
                <a:spcPts val="0"/>
              </a:spcBef>
              <a:spcAft>
                <a:spcPts val="0"/>
              </a:spcAft>
              <a:buSzPts val="4200"/>
              <a:buNone/>
              <a:defRPr sz="4200"/>
            </a:lvl1pPr>
            <a:lvl2pPr lvl="1" algn="ctr">
              <a:spcBef>
                <a:spcPts val="0"/>
              </a:spcBef>
              <a:spcAft>
                <a:spcPts val="0"/>
              </a:spcAft>
              <a:buSzPts val="4200"/>
              <a:buNone/>
              <a:defRPr sz="4200"/>
            </a:lvl2pPr>
            <a:lvl3pPr lvl="2" algn="ctr">
              <a:spcBef>
                <a:spcPts val="0"/>
              </a:spcBef>
              <a:spcAft>
                <a:spcPts val="0"/>
              </a:spcAft>
              <a:buSzPts val="4200"/>
              <a:buNone/>
              <a:defRPr sz="4200"/>
            </a:lvl3pPr>
            <a:lvl4pPr lvl="3" algn="ctr">
              <a:spcBef>
                <a:spcPts val="0"/>
              </a:spcBef>
              <a:spcAft>
                <a:spcPts val="0"/>
              </a:spcAft>
              <a:buSzPts val="4200"/>
              <a:buNone/>
              <a:defRPr sz="4200"/>
            </a:lvl4pPr>
            <a:lvl5pPr lvl="4" algn="ctr">
              <a:spcBef>
                <a:spcPts val="0"/>
              </a:spcBef>
              <a:spcAft>
                <a:spcPts val="0"/>
              </a:spcAft>
              <a:buSzPts val="4200"/>
              <a:buNone/>
              <a:defRPr sz="4200"/>
            </a:lvl5pPr>
            <a:lvl6pPr lvl="5" algn="ctr">
              <a:spcBef>
                <a:spcPts val="0"/>
              </a:spcBef>
              <a:spcAft>
                <a:spcPts val="0"/>
              </a:spcAft>
              <a:buSzPts val="4200"/>
              <a:buNone/>
              <a:defRPr sz="4200"/>
            </a:lvl6pPr>
            <a:lvl7pPr lvl="6" algn="ctr">
              <a:spcBef>
                <a:spcPts val="0"/>
              </a:spcBef>
              <a:spcAft>
                <a:spcPts val="0"/>
              </a:spcAft>
              <a:buSzPts val="4200"/>
              <a:buNone/>
              <a:defRPr sz="4200"/>
            </a:lvl7pPr>
            <a:lvl8pPr lvl="7" algn="ctr">
              <a:spcBef>
                <a:spcPts val="0"/>
              </a:spcBef>
              <a:spcAft>
                <a:spcPts val="0"/>
              </a:spcAft>
              <a:buSzPts val="4200"/>
              <a:buNone/>
              <a:defRPr sz="4200"/>
            </a:lvl8pPr>
            <a:lvl9pPr lvl="8" algn="ctr">
              <a:spcBef>
                <a:spcPts val="0"/>
              </a:spcBef>
              <a:spcAft>
                <a:spcPts val="0"/>
              </a:spcAft>
              <a:buSzPts val="4200"/>
              <a:buNone/>
              <a:defRPr sz="4200"/>
            </a:lvl9pPr>
          </a:lstStyle>
          <a:p>
            <a:endParaRPr/>
          </a:p>
        </p:txBody>
      </p:sp>
      <p:sp>
        <p:nvSpPr>
          <p:cNvPr id="43" name="Google Shape;43;p9"/>
          <p:cNvSpPr txBox="1">
            <a:spLocks noGrp="1"/>
          </p:cNvSpPr>
          <p:nvPr>
            <p:ph type="subTitle" idx="1"/>
          </p:nvPr>
        </p:nvSpPr>
        <p:spPr>
          <a:xfrm>
            <a:off x="265500" y="2845201"/>
            <a:ext cx="4045200" cy="1345500"/>
          </a:xfrm>
          <a:prstGeom prst="rect">
            <a:avLst/>
          </a:prstGeom>
        </p:spPr>
        <p:txBody>
          <a:bodyPr spcFirstLastPara="1" wrap="square" lIns="91425" tIns="91425" rIns="91425" bIns="91425" anchor="t" anchorCtr="0">
            <a:normAutofit/>
          </a:bodyPr>
          <a:lstStyle>
            <a:lvl1pPr lvl="0" algn="ctr">
              <a:lnSpc>
                <a:spcPct val="100000"/>
              </a:lnSpc>
              <a:spcBef>
                <a:spcPts val="0"/>
              </a:spcBef>
              <a:spcAft>
                <a:spcPts val="0"/>
              </a:spcAft>
              <a:buClr>
                <a:schemeClr val="dk1"/>
              </a:buClr>
              <a:buSzPts val="2100"/>
              <a:buNone/>
              <a:defRPr sz="2100">
                <a:solidFill>
                  <a:schemeClr val="dk1"/>
                </a:solidFill>
              </a:defRPr>
            </a:lvl1pPr>
            <a:lvl2pPr lvl="1" algn="ctr">
              <a:lnSpc>
                <a:spcPct val="100000"/>
              </a:lnSpc>
              <a:spcBef>
                <a:spcPts val="0"/>
              </a:spcBef>
              <a:spcAft>
                <a:spcPts val="0"/>
              </a:spcAft>
              <a:buClr>
                <a:schemeClr val="dk1"/>
              </a:buClr>
              <a:buSzPts val="2100"/>
              <a:buNone/>
              <a:defRPr sz="2100">
                <a:solidFill>
                  <a:schemeClr val="dk1"/>
                </a:solidFill>
              </a:defRPr>
            </a:lvl2pPr>
            <a:lvl3pPr lvl="2" algn="ctr">
              <a:lnSpc>
                <a:spcPct val="100000"/>
              </a:lnSpc>
              <a:spcBef>
                <a:spcPts val="0"/>
              </a:spcBef>
              <a:spcAft>
                <a:spcPts val="0"/>
              </a:spcAft>
              <a:buClr>
                <a:schemeClr val="dk1"/>
              </a:buClr>
              <a:buSzPts val="2100"/>
              <a:buNone/>
              <a:defRPr sz="2100">
                <a:solidFill>
                  <a:schemeClr val="dk1"/>
                </a:solidFill>
              </a:defRPr>
            </a:lvl3pPr>
            <a:lvl4pPr lvl="3" algn="ctr">
              <a:lnSpc>
                <a:spcPct val="100000"/>
              </a:lnSpc>
              <a:spcBef>
                <a:spcPts val="0"/>
              </a:spcBef>
              <a:spcAft>
                <a:spcPts val="0"/>
              </a:spcAft>
              <a:buClr>
                <a:schemeClr val="dk1"/>
              </a:buClr>
              <a:buSzPts val="2100"/>
              <a:buNone/>
              <a:defRPr sz="2100">
                <a:solidFill>
                  <a:schemeClr val="dk1"/>
                </a:solidFill>
              </a:defRPr>
            </a:lvl4pPr>
            <a:lvl5pPr lvl="4" algn="ctr">
              <a:lnSpc>
                <a:spcPct val="100000"/>
              </a:lnSpc>
              <a:spcBef>
                <a:spcPts val="0"/>
              </a:spcBef>
              <a:spcAft>
                <a:spcPts val="0"/>
              </a:spcAft>
              <a:buClr>
                <a:schemeClr val="dk1"/>
              </a:buClr>
              <a:buSzPts val="2100"/>
              <a:buNone/>
              <a:defRPr sz="2100">
                <a:solidFill>
                  <a:schemeClr val="dk1"/>
                </a:solidFill>
              </a:defRPr>
            </a:lvl5pPr>
            <a:lvl6pPr lvl="5" algn="ctr">
              <a:lnSpc>
                <a:spcPct val="100000"/>
              </a:lnSpc>
              <a:spcBef>
                <a:spcPts val="0"/>
              </a:spcBef>
              <a:spcAft>
                <a:spcPts val="0"/>
              </a:spcAft>
              <a:buClr>
                <a:schemeClr val="dk1"/>
              </a:buClr>
              <a:buSzPts val="2100"/>
              <a:buNone/>
              <a:defRPr sz="2100">
                <a:solidFill>
                  <a:schemeClr val="dk1"/>
                </a:solidFill>
              </a:defRPr>
            </a:lvl6pPr>
            <a:lvl7pPr lvl="6" algn="ctr">
              <a:lnSpc>
                <a:spcPct val="100000"/>
              </a:lnSpc>
              <a:spcBef>
                <a:spcPts val="0"/>
              </a:spcBef>
              <a:spcAft>
                <a:spcPts val="0"/>
              </a:spcAft>
              <a:buClr>
                <a:schemeClr val="dk1"/>
              </a:buClr>
              <a:buSzPts val="2100"/>
              <a:buNone/>
              <a:defRPr sz="2100">
                <a:solidFill>
                  <a:schemeClr val="dk1"/>
                </a:solidFill>
              </a:defRPr>
            </a:lvl7pPr>
            <a:lvl8pPr lvl="7" algn="ctr">
              <a:lnSpc>
                <a:spcPct val="100000"/>
              </a:lnSpc>
              <a:spcBef>
                <a:spcPts val="0"/>
              </a:spcBef>
              <a:spcAft>
                <a:spcPts val="0"/>
              </a:spcAft>
              <a:buClr>
                <a:schemeClr val="dk1"/>
              </a:buClr>
              <a:buSzPts val="2100"/>
              <a:buNone/>
              <a:defRPr sz="2100">
                <a:solidFill>
                  <a:schemeClr val="dk1"/>
                </a:solidFill>
              </a:defRPr>
            </a:lvl8pPr>
            <a:lvl9pPr lvl="8" algn="ctr">
              <a:lnSpc>
                <a:spcPct val="100000"/>
              </a:lnSpc>
              <a:spcBef>
                <a:spcPts val="0"/>
              </a:spcBef>
              <a:spcAft>
                <a:spcPts val="0"/>
              </a:spcAft>
              <a:buClr>
                <a:schemeClr val="dk1"/>
              </a:buClr>
              <a:buSzPts val="2100"/>
              <a:buNone/>
              <a:defRPr sz="2100">
                <a:solidFill>
                  <a:schemeClr val="dk1"/>
                </a:solidFill>
              </a:defRPr>
            </a:lvl9pPr>
          </a:lstStyle>
          <a:p>
            <a:endParaRPr/>
          </a:p>
        </p:txBody>
      </p:sp>
      <p:sp>
        <p:nvSpPr>
          <p:cNvPr id="44" name="Google Shape;44;p9"/>
          <p:cNvSpPr txBox="1">
            <a:spLocks noGrp="1"/>
          </p:cNvSpPr>
          <p:nvPr>
            <p:ph type="body" idx="2"/>
          </p:nvPr>
        </p:nvSpPr>
        <p:spPr>
          <a:xfrm>
            <a:off x="4939500" y="724200"/>
            <a:ext cx="3837000" cy="3695100"/>
          </a:xfrm>
          <a:prstGeom prst="rect">
            <a:avLst/>
          </a:prstGeom>
        </p:spPr>
        <p:txBody>
          <a:bodyPr spcFirstLastPara="1" wrap="square" lIns="91425" tIns="91425" rIns="91425" bIns="91425" anchor="ctr" anchorCtr="0">
            <a:normAutofit/>
          </a:bodyPr>
          <a:lstStyle>
            <a:lvl1pPr marL="457200" lvl="0" indent="-342900">
              <a:spcBef>
                <a:spcPts val="0"/>
              </a:spcBef>
              <a:spcAft>
                <a:spcPts val="0"/>
              </a:spcAft>
              <a:buClr>
                <a:schemeClr val="lt1"/>
              </a:buClr>
              <a:buSzPts val="1800"/>
              <a:buChar char="●"/>
              <a:defRPr>
                <a:solidFill>
                  <a:schemeClr val="lt1"/>
                </a:solidFill>
              </a:defRPr>
            </a:lvl1pPr>
            <a:lvl2pPr marL="914400" lvl="1" indent="-317500">
              <a:spcBef>
                <a:spcPts val="0"/>
              </a:spcBef>
              <a:spcAft>
                <a:spcPts val="0"/>
              </a:spcAft>
              <a:buClr>
                <a:schemeClr val="lt1"/>
              </a:buClr>
              <a:buSzPts val="1400"/>
              <a:buChar char="○"/>
              <a:defRPr>
                <a:solidFill>
                  <a:schemeClr val="lt1"/>
                </a:solidFill>
              </a:defRPr>
            </a:lvl2pPr>
            <a:lvl3pPr marL="1371600" lvl="2" indent="-317500">
              <a:spcBef>
                <a:spcPts val="0"/>
              </a:spcBef>
              <a:spcAft>
                <a:spcPts val="0"/>
              </a:spcAft>
              <a:buClr>
                <a:schemeClr val="lt1"/>
              </a:buClr>
              <a:buSzPts val="1400"/>
              <a:buChar char="■"/>
              <a:defRPr>
                <a:solidFill>
                  <a:schemeClr val="lt1"/>
                </a:solidFill>
              </a:defRPr>
            </a:lvl3pPr>
            <a:lvl4pPr marL="1828800" lvl="3" indent="-317500">
              <a:spcBef>
                <a:spcPts val="0"/>
              </a:spcBef>
              <a:spcAft>
                <a:spcPts val="0"/>
              </a:spcAft>
              <a:buClr>
                <a:schemeClr val="lt1"/>
              </a:buClr>
              <a:buSzPts val="1400"/>
              <a:buChar char="●"/>
              <a:defRPr>
                <a:solidFill>
                  <a:schemeClr val="lt1"/>
                </a:solidFill>
              </a:defRPr>
            </a:lvl4pPr>
            <a:lvl5pPr marL="2286000" lvl="4" indent="-317500">
              <a:spcBef>
                <a:spcPts val="0"/>
              </a:spcBef>
              <a:spcAft>
                <a:spcPts val="0"/>
              </a:spcAft>
              <a:buClr>
                <a:schemeClr val="lt1"/>
              </a:buClr>
              <a:buSzPts val="1400"/>
              <a:buChar char="○"/>
              <a:defRPr>
                <a:solidFill>
                  <a:schemeClr val="lt1"/>
                </a:solidFill>
              </a:defRPr>
            </a:lvl5pPr>
            <a:lvl6pPr marL="2743200" lvl="5" indent="-317500">
              <a:spcBef>
                <a:spcPts val="0"/>
              </a:spcBef>
              <a:spcAft>
                <a:spcPts val="0"/>
              </a:spcAft>
              <a:buClr>
                <a:schemeClr val="lt1"/>
              </a:buClr>
              <a:buSzPts val="1400"/>
              <a:buChar char="■"/>
              <a:defRPr>
                <a:solidFill>
                  <a:schemeClr val="lt1"/>
                </a:solidFill>
              </a:defRPr>
            </a:lvl6pPr>
            <a:lvl7pPr marL="3200400" lvl="6" indent="-317500">
              <a:spcBef>
                <a:spcPts val="0"/>
              </a:spcBef>
              <a:spcAft>
                <a:spcPts val="0"/>
              </a:spcAft>
              <a:buClr>
                <a:schemeClr val="lt1"/>
              </a:buClr>
              <a:buSzPts val="1400"/>
              <a:buChar char="●"/>
              <a:defRPr>
                <a:solidFill>
                  <a:schemeClr val="lt1"/>
                </a:solidFill>
              </a:defRPr>
            </a:lvl7pPr>
            <a:lvl8pPr marL="3657600" lvl="7" indent="-317500">
              <a:spcBef>
                <a:spcPts val="0"/>
              </a:spcBef>
              <a:spcAft>
                <a:spcPts val="0"/>
              </a:spcAft>
              <a:buClr>
                <a:schemeClr val="lt1"/>
              </a:buClr>
              <a:buSzPts val="1400"/>
              <a:buChar char="○"/>
              <a:defRPr>
                <a:solidFill>
                  <a:schemeClr val="lt1"/>
                </a:solidFill>
              </a:defRPr>
            </a:lvl8pPr>
            <a:lvl9pPr marL="4114800" lvl="8" indent="-317500">
              <a:spcBef>
                <a:spcPts val="0"/>
              </a:spcBef>
              <a:spcAft>
                <a:spcPts val="0"/>
              </a:spcAft>
              <a:buClr>
                <a:schemeClr val="lt1"/>
              </a:buClr>
              <a:buSzPts val="1400"/>
              <a:buChar char="■"/>
              <a:defRPr>
                <a:solidFill>
                  <a:schemeClr val="lt1"/>
                </a:solidFill>
              </a:defRPr>
            </a:lvl9pPr>
          </a:lstStyle>
          <a:p>
            <a:endParaRPr/>
          </a:p>
        </p:txBody>
      </p:sp>
      <p:sp>
        <p:nvSpPr>
          <p:cNvPr id="45" name="Google Shape;45;p9"/>
          <p:cNvSpPr txBox="1">
            <a:spLocks noGrp="1"/>
          </p:cNvSpPr>
          <p:nvPr>
            <p:ph type="sldNum" idx="12"/>
          </p:nvPr>
        </p:nvSpPr>
        <p:spPr>
          <a:xfrm>
            <a:off x="8490250" y="4681009"/>
            <a:ext cx="548700" cy="393600"/>
          </a:xfrm>
          <a:prstGeom prst="rect">
            <a:avLst/>
          </a:prstGeom>
        </p:spPr>
        <p:txBody>
          <a:bodyPr spcFirstLastPara="1" wrap="square" lIns="91425" tIns="91425" rIns="91425" bIns="91425" anchor="ctr" anchorCtr="0">
            <a:normAutofit/>
          </a:bodyPr>
          <a:lstStyle>
            <a:lvl1pPr lvl="0">
              <a:buNone/>
              <a:defRPr>
                <a:solidFill>
                  <a:schemeClr val="lt1"/>
                </a:solidFill>
              </a:defRPr>
            </a:lvl1pPr>
            <a:lvl2pPr lvl="1">
              <a:buNone/>
              <a:defRPr>
                <a:solidFill>
                  <a:schemeClr val="lt1"/>
                </a:solidFill>
              </a:defRPr>
            </a:lvl2pPr>
            <a:lvl3pPr lvl="2">
              <a:buNone/>
              <a:defRPr>
                <a:solidFill>
                  <a:schemeClr val="lt1"/>
                </a:solidFill>
              </a:defRPr>
            </a:lvl3pPr>
            <a:lvl4pPr lvl="3">
              <a:buNone/>
              <a:defRPr>
                <a:solidFill>
                  <a:schemeClr val="lt1"/>
                </a:solidFill>
              </a:defRPr>
            </a:lvl4pPr>
            <a:lvl5pPr lvl="4">
              <a:buNone/>
              <a:defRPr>
                <a:solidFill>
                  <a:schemeClr val="lt1"/>
                </a:solidFill>
              </a:defRPr>
            </a:lvl5pPr>
            <a:lvl6pPr lvl="5">
              <a:buNone/>
              <a:defRPr>
                <a:solidFill>
                  <a:schemeClr val="lt1"/>
                </a:solidFill>
              </a:defRPr>
            </a:lvl6pPr>
            <a:lvl7pPr lvl="6">
              <a:buNone/>
              <a:defRPr>
                <a:solidFill>
                  <a:schemeClr val="lt1"/>
                </a:solidFill>
              </a:defRPr>
            </a:lvl7pPr>
            <a:lvl8pPr lvl="7">
              <a:buNone/>
              <a:defRPr>
                <a:solidFill>
                  <a:schemeClr val="lt1"/>
                </a:solidFill>
              </a:defRPr>
            </a:lvl8pPr>
            <a:lvl9pPr lvl="8">
              <a:buNone/>
              <a:defRPr>
                <a:solidFill>
                  <a:schemeClr val="lt1"/>
                </a:solidFill>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Caption">
  <p:cSld name="CAPTION_ONLY">
    <p:spTree>
      <p:nvGrpSpPr>
        <p:cNvPr id="1" name="Shape 46"/>
        <p:cNvGrpSpPr/>
        <p:nvPr/>
      </p:nvGrpSpPr>
      <p:grpSpPr>
        <a:xfrm>
          <a:off x="0" y="0"/>
          <a:ext cx="0" cy="0"/>
          <a:chOff x="0" y="0"/>
          <a:chExt cx="0" cy="0"/>
        </a:xfrm>
      </p:grpSpPr>
      <p:sp>
        <p:nvSpPr>
          <p:cNvPr id="47" name="Google Shape;47;p10"/>
          <p:cNvSpPr txBox="1">
            <a:spLocks noGrp="1"/>
          </p:cNvSpPr>
          <p:nvPr>
            <p:ph type="body" idx="1"/>
          </p:nvPr>
        </p:nvSpPr>
        <p:spPr>
          <a:xfrm>
            <a:off x="311700" y="4230575"/>
            <a:ext cx="5998800" cy="605100"/>
          </a:xfrm>
          <a:prstGeom prst="rect">
            <a:avLst/>
          </a:prstGeom>
        </p:spPr>
        <p:txBody>
          <a:bodyPr spcFirstLastPara="1" wrap="square" lIns="91425" tIns="91425" rIns="91425" bIns="91425" anchor="ctr" anchorCtr="0">
            <a:normAutofit/>
          </a:bodyPr>
          <a:lstStyle>
            <a:lvl1pPr marL="457200" lvl="0" indent="-228600">
              <a:lnSpc>
                <a:spcPct val="100000"/>
              </a:lnSpc>
              <a:spcBef>
                <a:spcPts val="0"/>
              </a:spcBef>
              <a:spcAft>
                <a:spcPts val="0"/>
              </a:spcAft>
              <a:buClr>
                <a:schemeClr val="dk1"/>
              </a:buClr>
              <a:buSzPts val="2100"/>
              <a:buFont typeface="Oswald"/>
              <a:buNone/>
              <a:defRPr sz="2100">
                <a:solidFill>
                  <a:schemeClr val="dk1"/>
                </a:solidFill>
                <a:latin typeface="Oswald"/>
                <a:ea typeface="Oswald"/>
                <a:cs typeface="Oswald"/>
                <a:sym typeface="Oswald"/>
              </a:defRPr>
            </a:lvl1pPr>
          </a:lstStyle>
          <a:p>
            <a:endParaRPr/>
          </a:p>
        </p:txBody>
      </p:sp>
      <p:sp>
        <p:nvSpPr>
          <p:cNvPr id="48" name="Google Shape;48;p10"/>
          <p:cNvSpPr txBox="1">
            <a:spLocks noGrp="1"/>
          </p:cNvSpPr>
          <p:nvPr>
            <p:ph type="sldNum" idx="12"/>
          </p:nvPr>
        </p:nvSpPr>
        <p:spPr>
          <a:xfrm>
            <a:off x="8490250" y="4681009"/>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Big number">
  <p:cSld name="BIG_NUMBER">
    <p:spTree>
      <p:nvGrpSpPr>
        <p:cNvPr id="1" name="Shape 49"/>
        <p:cNvGrpSpPr/>
        <p:nvPr/>
      </p:nvGrpSpPr>
      <p:grpSpPr>
        <a:xfrm>
          <a:off x="0" y="0"/>
          <a:ext cx="0" cy="0"/>
          <a:chOff x="0" y="0"/>
          <a:chExt cx="0" cy="0"/>
        </a:xfrm>
      </p:grpSpPr>
      <p:sp>
        <p:nvSpPr>
          <p:cNvPr id="50" name="Google Shape;50;p11"/>
          <p:cNvSpPr txBox="1">
            <a:spLocks noGrp="1"/>
          </p:cNvSpPr>
          <p:nvPr>
            <p:ph type="title" hasCustomPrompt="1"/>
          </p:nvPr>
        </p:nvSpPr>
        <p:spPr>
          <a:xfrm>
            <a:off x="311700" y="1255275"/>
            <a:ext cx="8520600" cy="1890600"/>
          </a:xfrm>
          <a:prstGeom prst="rect">
            <a:avLst/>
          </a:prstGeom>
        </p:spPr>
        <p:txBody>
          <a:bodyPr spcFirstLastPara="1" wrap="square" lIns="91425" tIns="91425" rIns="91425" bIns="91425" anchor="b" anchorCtr="0">
            <a:normAutofit/>
          </a:bodyPr>
          <a:lstStyle>
            <a:lvl1pPr lvl="0" algn="ctr">
              <a:spcBef>
                <a:spcPts val="0"/>
              </a:spcBef>
              <a:spcAft>
                <a:spcPts val="0"/>
              </a:spcAft>
              <a:buSzPts val="12000"/>
              <a:buNone/>
              <a:defRPr sz="12000"/>
            </a:lvl1pPr>
            <a:lvl2pPr lvl="1" algn="ctr">
              <a:spcBef>
                <a:spcPts val="0"/>
              </a:spcBef>
              <a:spcAft>
                <a:spcPts val="0"/>
              </a:spcAft>
              <a:buSzPts val="12000"/>
              <a:buNone/>
              <a:defRPr sz="12000"/>
            </a:lvl2pPr>
            <a:lvl3pPr lvl="2" algn="ctr">
              <a:spcBef>
                <a:spcPts val="0"/>
              </a:spcBef>
              <a:spcAft>
                <a:spcPts val="0"/>
              </a:spcAft>
              <a:buSzPts val="12000"/>
              <a:buNone/>
              <a:defRPr sz="12000"/>
            </a:lvl3pPr>
            <a:lvl4pPr lvl="3" algn="ctr">
              <a:spcBef>
                <a:spcPts val="0"/>
              </a:spcBef>
              <a:spcAft>
                <a:spcPts val="0"/>
              </a:spcAft>
              <a:buSzPts val="12000"/>
              <a:buNone/>
              <a:defRPr sz="12000"/>
            </a:lvl4pPr>
            <a:lvl5pPr lvl="4" algn="ctr">
              <a:spcBef>
                <a:spcPts val="0"/>
              </a:spcBef>
              <a:spcAft>
                <a:spcPts val="0"/>
              </a:spcAft>
              <a:buSzPts val="12000"/>
              <a:buNone/>
              <a:defRPr sz="12000"/>
            </a:lvl5pPr>
            <a:lvl6pPr lvl="5" algn="ctr">
              <a:spcBef>
                <a:spcPts val="0"/>
              </a:spcBef>
              <a:spcAft>
                <a:spcPts val="0"/>
              </a:spcAft>
              <a:buSzPts val="12000"/>
              <a:buNone/>
              <a:defRPr sz="12000"/>
            </a:lvl6pPr>
            <a:lvl7pPr lvl="6" algn="ctr">
              <a:spcBef>
                <a:spcPts val="0"/>
              </a:spcBef>
              <a:spcAft>
                <a:spcPts val="0"/>
              </a:spcAft>
              <a:buSzPts val="12000"/>
              <a:buNone/>
              <a:defRPr sz="12000"/>
            </a:lvl7pPr>
            <a:lvl8pPr lvl="7" algn="ctr">
              <a:spcBef>
                <a:spcPts val="0"/>
              </a:spcBef>
              <a:spcAft>
                <a:spcPts val="0"/>
              </a:spcAft>
              <a:buSzPts val="12000"/>
              <a:buNone/>
              <a:defRPr sz="12000"/>
            </a:lvl8pPr>
            <a:lvl9pPr lvl="8" algn="ctr">
              <a:spcBef>
                <a:spcPts val="0"/>
              </a:spcBef>
              <a:spcAft>
                <a:spcPts val="0"/>
              </a:spcAft>
              <a:buSzPts val="12000"/>
              <a:buNone/>
              <a:defRPr sz="12000"/>
            </a:lvl9pPr>
          </a:lstStyle>
          <a:p>
            <a:r>
              <a:t>xx%</a:t>
            </a:r>
          </a:p>
        </p:txBody>
      </p:sp>
      <p:sp>
        <p:nvSpPr>
          <p:cNvPr id="51" name="Google Shape;51;p11"/>
          <p:cNvSpPr txBox="1">
            <a:spLocks noGrp="1"/>
          </p:cNvSpPr>
          <p:nvPr>
            <p:ph type="body" idx="1"/>
          </p:nvPr>
        </p:nvSpPr>
        <p:spPr>
          <a:xfrm>
            <a:off x="311700" y="3228425"/>
            <a:ext cx="8520600" cy="1300800"/>
          </a:xfrm>
          <a:prstGeom prst="rect">
            <a:avLst/>
          </a:prstGeom>
        </p:spPr>
        <p:txBody>
          <a:bodyPr spcFirstLastPara="1" wrap="square" lIns="91425" tIns="91425" rIns="91425" bIns="91425" anchor="t" anchorCtr="0">
            <a:normAutofit/>
          </a:bodyPr>
          <a:lstStyle>
            <a:lvl1pPr marL="457200" lvl="0" indent="-342900" algn="ctr">
              <a:spcBef>
                <a:spcPts val="0"/>
              </a:spcBef>
              <a:spcAft>
                <a:spcPts val="0"/>
              </a:spcAft>
              <a:buSzPts val="1800"/>
              <a:buChar char="●"/>
              <a:defRPr/>
            </a:lvl1pPr>
            <a:lvl2pPr marL="914400" lvl="1" indent="-317500" algn="ctr">
              <a:spcBef>
                <a:spcPts val="0"/>
              </a:spcBef>
              <a:spcAft>
                <a:spcPts val="0"/>
              </a:spcAft>
              <a:buSzPts val="1400"/>
              <a:buChar char="○"/>
              <a:defRPr/>
            </a:lvl2pPr>
            <a:lvl3pPr marL="1371600" lvl="2" indent="-317500" algn="ctr">
              <a:spcBef>
                <a:spcPts val="0"/>
              </a:spcBef>
              <a:spcAft>
                <a:spcPts val="0"/>
              </a:spcAft>
              <a:buSzPts val="1400"/>
              <a:buChar char="■"/>
              <a:defRPr/>
            </a:lvl3pPr>
            <a:lvl4pPr marL="1828800" lvl="3" indent="-317500" algn="ctr">
              <a:spcBef>
                <a:spcPts val="0"/>
              </a:spcBef>
              <a:spcAft>
                <a:spcPts val="0"/>
              </a:spcAft>
              <a:buSzPts val="1400"/>
              <a:buChar char="●"/>
              <a:defRPr/>
            </a:lvl4pPr>
            <a:lvl5pPr marL="2286000" lvl="4" indent="-317500" algn="ctr">
              <a:spcBef>
                <a:spcPts val="0"/>
              </a:spcBef>
              <a:spcAft>
                <a:spcPts val="0"/>
              </a:spcAft>
              <a:buSzPts val="1400"/>
              <a:buChar char="○"/>
              <a:defRPr/>
            </a:lvl5pPr>
            <a:lvl6pPr marL="2743200" lvl="5" indent="-317500" algn="ctr">
              <a:spcBef>
                <a:spcPts val="0"/>
              </a:spcBef>
              <a:spcAft>
                <a:spcPts val="0"/>
              </a:spcAft>
              <a:buSzPts val="1400"/>
              <a:buChar char="■"/>
              <a:defRPr/>
            </a:lvl6pPr>
            <a:lvl7pPr marL="3200400" lvl="6" indent="-317500" algn="ctr">
              <a:spcBef>
                <a:spcPts val="0"/>
              </a:spcBef>
              <a:spcAft>
                <a:spcPts val="0"/>
              </a:spcAft>
              <a:buSzPts val="1400"/>
              <a:buChar char="●"/>
              <a:defRPr/>
            </a:lvl7pPr>
            <a:lvl8pPr marL="3657600" lvl="7" indent="-317500" algn="ctr">
              <a:spcBef>
                <a:spcPts val="0"/>
              </a:spcBef>
              <a:spcAft>
                <a:spcPts val="0"/>
              </a:spcAft>
              <a:buSzPts val="1400"/>
              <a:buChar char="○"/>
              <a:defRPr/>
            </a:lvl8pPr>
            <a:lvl9pPr marL="4114800" lvl="8" indent="-317500" algn="ctr">
              <a:spcBef>
                <a:spcPts val="0"/>
              </a:spcBef>
              <a:spcAft>
                <a:spcPts val="0"/>
              </a:spcAft>
              <a:buSzPts val="1400"/>
              <a:buChar char="■"/>
              <a:defRPr/>
            </a:lvl9pPr>
          </a:lstStyle>
          <a:p>
            <a:endParaRPr/>
          </a:p>
        </p:txBody>
      </p:sp>
      <p:sp>
        <p:nvSpPr>
          <p:cNvPr id="52" name="Google Shape;52;p11"/>
          <p:cNvSpPr txBox="1">
            <a:spLocks noGrp="1"/>
          </p:cNvSpPr>
          <p:nvPr>
            <p:ph type="sldNum" idx="12"/>
          </p:nvPr>
        </p:nvSpPr>
        <p:spPr>
          <a:xfrm>
            <a:off x="8490250" y="4681009"/>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53"/>
        <p:cNvGrpSpPr/>
        <p:nvPr/>
      </p:nvGrpSpPr>
      <p:grpSpPr>
        <a:xfrm>
          <a:off x="0" y="0"/>
          <a:ext cx="0" cy="0"/>
          <a:chOff x="0" y="0"/>
          <a:chExt cx="0" cy="0"/>
        </a:xfrm>
      </p:grpSpPr>
      <p:sp>
        <p:nvSpPr>
          <p:cNvPr id="54" name="Google Shape;54;p12"/>
          <p:cNvSpPr txBox="1">
            <a:spLocks noGrp="1"/>
          </p:cNvSpPr>
          <p:nvPr>
            <p:ph type="sldNum" idx="12"/>
          </p:nvPr>
        </p:nvSpPr>
        <p:spPr>
          <a:xfrm>
            <a:off x="8490250" y="4681009"/>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matchingName="Title slide" type="title">
  <p:cSld name="TITLE">
    <p:spTree>
      <p:nvGrpSpPr>
        <p:cNvPr id="1" name="Shape 59"/>
        <p:cNvGrpSpPr/>
        <p:nvPr/>
      </p:nvGrpSpPr>
      <p:grpSpPr>
        <a:xfrm>
          <a:off x="0" y="0"/>
          <a:ext cx="0" cy="0"/>
          <a:chOff x="0" y="0"/>
          <a:chExt cx="0" cy="0"/>
        </a:xfrm>
      </p:grpSpPr>
      <p:grpSp>
        <p:nvGrpSpPr>
          <p:cNvPr id="60" name="Google Shape;60;p14"/>
          <p:cNvGrpSpPr/>
          <p:nvPr/>
        </p:nvGrpSpPr>
        <p:grpSpPr>
          <a:xfrm>
            <a:off x="4350279" y="2855377"/>
            <a:ext cx="443589" cy="105632"/>
            <a:chOff x="4137525" y="2915950"/>
            <a:chExt cx="869100" cy="207000"/>
          </a:xfrm>
        </p:grpSpPr>
        <p:sp>
          <p:nvSpPr>
            <p:cNvPr id="61" name="Google Shape;61;p14"/>
            <p:cNvSpPr/>
            <p:nvPr/>
          </p:nvSpPr>
          <p:spPr>
            <a:xfrm>
              <a:off x="4468575" y="2915950"/>
              <a:ext cx="207000" cy="207000"/>
            </a:xfrm>
            <a:prstGeom prst="ellipse">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2" name="Google Shape;62;p14"/>
            <p:cNvSpPr/>
            <p:nvPr/>
          </p:nvSpPr>
          <p:spPr>
            <a:xfrm>
              <a:off x="4799625" y="2915950"/>
              <a:ext cx="207000" cy="207000"/>
            </a:xfrm>
            <a:prstGeom prst="ellipse">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3" name="Google Shape;63;p14"/>
            <p:cNvSpPr/>
            <p:nvPr/>
          </p:nvSpPr>
          <p:spPr>
            <a:xfrm>
              <a:off x="4137525" y="2915950"/>
              <a:ext cx="207000" cy="207000"/>
            </a:xfrm>
            <a:prstGeom prst="ellipse">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64" name="Google Shape;64;p14"/>
          <p:cNvSpPr txBox="1">
            <a:spLocks noGrp="1"/>
          </p:cNvSpPr>
          <p:nvPr>
            <p:ph type="ctrTitle"/>
          </p:nvPr>
        </p:nvSpPr>
        <p:spPr>
          <a:xfrm>
            <a:off x="671258" y="990800"/>
            <a:ext cx="7801500" cy="1730100"/>
          </a:xfrm>
          <a:prstGeom prst="rect">
            <a:avLst/>
          </a:prstGeom>
        </p:spPr>
        <p:txBody>
          <a:bodyPr spcFirstLastPara="1" wrap="square" lIns="91425" tIns="91425" rIns="91425" bIns="91425" anchor="b" anchorCtr="0">
            <a:noAutofit/>
          </a:bodyPr>
          <a:lstStyle>
            <a:lvl1pPr lvl="0" algn="ctr" rtl="0">
              <a:spcBef>
                <a:spcPts val="0"/>
              </a:spcBef>
              <a:spcAft>
                <a:spcPts val="0"/>
              </a:spcAft>
              <a:buSzPts val="4800"/>
              <a:buNone/>
              <a:defRPr sz="4800"/>
            </a:lvl1pPr>
            <a:lvl2pPr lvl="1" algn="ctr" rtl="0">
              <a:spcBef>
                <a:spcPts val="0"/>
              </a:spcBef>
              <a:spcAft>
                <a:spcPts val="0"/>
              </a:spcAft>
              <a:buSzPts val="4800"/>
              <a:buNone/>
              <a:defRPr sz="4800"/>
            </a:lvl2pPr>
            <a:lvl3pPr lvl="2" algn="ctr" rtl="0">
              <a:spcBef>
                <a:spcPts val="0"/>
              </a:spcBef>
              <a:spcAft>
                <a:spcPts val="0"/>
              </a:spcAft>
              <a:buSzPts val="4800"/>
              <a:buNone/>
              <a:defRPr sz="4800"/>
            </a:lvl3pPr>
            <a:lvl4pPr lvl="3" algn="ctr" rtl="0">
              <a:spcBef>
                <a:spcPts val="0"/>
              </a:spcBef>
              <a:spcAft>
                <a:spcPts val="0"/>
              </a:spcAft>
              <a:buSzPts val="4800"/>
              <a:buNone/>
              <a:defRPr sz="4800"/>
            </a:lvl4pPr>
            <a:lvl5pPr lvl="4" algn="ctr" rtl="0">
              <a:spcBef>
                <a:spcPts val="0"/>
              </a:spcBef>
              <a:spcAft>
                <a:spcPts val="0"/>
              </a:spcAft>
              <a:buSzPts val="4800"/>
              <a:buNone/>
              <a:defRPr sz="4800"/>
            </a:lvl5pPr>
            <a:lvl6pPr lvl="5" algn="ctr" rtl="0">
              <a:spcBef>
                <a:spcPts val="0"/>
              </a:spcBef>
              <a:spcAft>
                <a:spcPts val="0"/>
              </a:spcAft>
              <a:buSzPts val="4800"/>
              <a:buNone/>
              <a:defRPr sz="4800"/>
            </a:lvl6pPr>
            <a:lvl7pPr lvl="6" algn="ctr" rtl="0">
              <a:spcBef>
                <a:spcPts val="0"/>
              </a:spcBef>
              <a:spcAft>
                <a:spcPts val="0"/>
              </a:spcAft>
              <a:buSzPts val="4800"/>
              <a:buNone/>
              <a:defRPr sz="4800"/>
            </a:lvl7pPr>
            <a:lvl8pPr lvl="7" algn="ctr" rtl="0">
              <a:spcBef>
                <a:spcPts val="0"/>
              </a:spcBef>
              <a:spcAft>
                <a:spcPts val="0"/>
              </a:spcAft>
              <a:buSzPts val="4800"/>
              <a:buNone/>
              <a:defRPr sz="4800"/>
            </a:lvl8pPr>
            <a:lvl9pPr lvl="8" algn="ctr" rtl="0">
              <a:spcBef>
                <a:spcPts val="0"/>
              </a:spcBef>
              <a:spcAft>
                <a:spcPts val="0"/>
              </a:spcAft>
              <a:buSzPts val="4800"/>
              <a:buNone/>
              <a:defRPr sz="4800"/>
            </a:lvl9pPr>
          </a:lstStyle>
          <a:p>
            <a:endParaRPr/>
          </a:p>
        </p:txBody>
      </p:sp>
      <p:sp>
        <p:nvSpPr>
          <p:cNvPr id="65" name="Google Shape;65;p14"/>
          <p:cNvSpPr txBox="1">
            <a:spLocks noGrp="1"/>
          </p:cNvSpPr>
          <p:nvPr>
            <p:ph type="subTitle" idx="1"/>
          </p:nvPr>
        </p:nvSpPr>
        <p:spPr>
          <a:xfrm>
            <a:off x="671250" y="3174876"/>
            <a:ext cx="7801500" cy="792600"/>
          </a:xfrm>
          <a:prstGeom prst="rect">
            <a:avLst/>
          </a:prstGeom>
        </p:spPr>
        <p:txBody>
          <a:bodyPr spcFirstLastPara="1" wrap="square" lIns="91425" tIns="91425" rIns="91425" bIns="91425" anchor="t" anchorCtr="0">
            <a:noAutofit/>
          </a:bodyPr>
          <a:lstStyle>
            <a:lvl1pPr lvl="0" algn="ctr" rtl="0">
              <a:lnSpc>
                <a:spcPct val="100000"/>
              </a:lnSpc>
              <a:spcBef>
                <a:spcPts val="0"/>
              </a:spcBef>
              <a:spcAft>
                <a:spcPts val="0"/>
              </a:spcAft>
              <a:buSzPts val="2100"/>
              <a:buNone/>
              <a:defRPr sz="2100"/>
            </a:lvl1pPr>
            <a:lvl2pPr lvl="1" algn="ctr" rtl="0">
              <a:lnSpc>
                <a:spcPct val="100000"/>
              </a:lnSpc>
              <a:spcBef>
                <a:spcPts val="0"/>
              </a:spcBef>
              <a:spcAft>
                <a:spcPts val="0"/>
              </a:spcAft>
              <a:buSzPts val="2100"/>
              <a:buNone/>
              <a:defRPr sz="2100"/>
            </a:lvl2pPr>
            <a:lvl3pPr lvl="2" algn="ctr" rtl="0">
              <a:lnSpc>
                <a:spcPct val="100000"/>
              </a:lnSpc>
              <a:spcBef>
                <a:spcPts val="0"/>
              </a:spcBef>
              <a:spcAft>
                <a:spcPts val="0"/>
              </a:spcAft>
              <a:buSzPts val="2100"/>
              <a:buNone/>
              <a:defRPr sz="2100"/>
            </a:lvl3pPr>
            <a:lvl4pPr lvl="3" algn="ctr" rtl="0">
              <a:lnSpc>
                <a:spcPct val="100000"/>
              </a:lnSpc>
              <a:spcBef>
                <a:spcPts val="0"/>
              </a:spcBef>
              <a:spcAft>
                <a:spcPts val="0"/>
              </a:spcAft>
              <a:buSzPts val="2100"/>
              <a:buNone/>
              <a:defRPr sz="2100"/>
            </a:lvl4pPr>
            <a:lvl5pPr lvl="4" algn="ctr" rtl="0">
              <a:lnSpc>
                <a:spcPct val="100000"/>
              </a:lnSpc>
              <a:spcBef>
                <a:spcPts val="0"/>
              </a:spcBef>
              <a:spcAft>
                <a:spcPts val="0"/>
              </a:spcAft>
              <a:buSzPts val="2100"/>
              <a:buNone/>
              <a:defRPr sz="2100"/>
            </a:lvl5pPr>
            <a:lvl6pPr lvl="5" algn="ctr" rtl="0">
              <a:lnSpc>
                <a:spcPct val="100000"/>
              </a:lnSpc>
              <a:spcBef>
                <a:spcPts val="0"/>
              </a:spcBef>
              <a:spcAft>
                <a:spcPts val="0"/>
              </a:spcAft>
              <a:buSzPts val="2100"/>
              <a:buNone/>
              <a:defRPr sz="2100"/>
            </a:lvl6pPr>
            <a:lvl7pPr lvl="6" algn="ctr" rtl="0">
              <a:lnSpc>
                <a:spcPct val="100000"/>
              </a:lnSpc>
              <a:spcBef>
                <a:spcPts val="0"/>
              </a:spcBef>
              <a:spcAft>
                <a:spcPts val="0"/>
              </a:spcAft>
              <a:buSzPts val="2100"/>
              <a:buNone/>
              <a:defRPr sz="2100"/>
            </a:lvl7pPr>
            <a:lvl8pPr lvl="7" algn="ctr" rtl="0">
              <a:lnSpc>
                <a:spcPct val="100000"/>
              </a:lnSpc>
              <a:spcBef>
                <a:spcPts val="0"/>
              </a:spcBef>
              <a:spcAft>
                <a:spcPts val="0"/>
              </a:spcAft>
              <a:buSzPts val="2100"/>
              <a:buNone/>
              <a:defRPr sz="2100"/>
            </a:lvl8pPr>
            <a:lvl9pPr lvl="8" algn="ctr" rtl="0">
              <a:lnSpc>
                <a:spcPct val="100000"/>
              </a:lnSpc>
              <a:spcBef>
                <a:spcPts val="0"/>
              </a:spcBef>
              <a:spcAft>
                <a:spcPts val="0"/>
              </a:spcAft>
              <a:buSzPts val="2100"/>
              <a:buNone/>
              <a:defRPr sz="2100"/>
            </a:lvl9pPr>
          </a:lstStyle>
          <a:p>
            <a:endParaRPr/>
          </a:p>
        </p:txBody>
      </p:sp>
      <p:sp>
        <p:nvSpPr>
          <p:cNvPr id="66" name="Google Shape;66;p14"/>
          <p:cNvSpPr txBox="1">
            <a:spLocks noGrp="1"/>
          </p:cNvSpPr>
          <p:nvPr>
            <p:ph type="sldNum" idx="12"/>
          </p:nvPr>
        </p:nvSpPr>
        <p:spPr>
          <a:xfrm>
            <a:off x="8490250" y="4681009"/>
            <a:ext cx="548700" cy="393600"/>
          </a:xfrm>
          <a:prstGeom prst="rect">
            <a:avLst/>
          </a:prstGeom>
        </p:spPr>
        <p:txBody>
          <a:bodyPr spcFirstLastPara="1" wrap="square" lIns="91425" tIns="91425" rIns="91425" bIns="91425" anchor="ctr" anchorCtr="0">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67"/>
        <p:cNvGrpSpPr/>
        <p:nvPr/>
      </p:nvGrpSpPr>
      <p:grpSpPr>
        <a:xfrm>
          <a:off x="0" y="0"/>
          <a:ext cx="0" cy="0"/>
          <a:chOff x="0" y="0"/>
          <a:chExt cx="0" cy="0"/>
        </a:xfrm>
      </p:grpSpPr>
      <p:sp>
        <p:nvSpPr>
          <p:cNvPr id="68" name="Google Shape;68;p15"/>
          <p:cNvSpPr txBox="1">
            <a:spLocks noGrp="1"/>
          </p:cNvSpPr>
          <p:nvPr>
            <p:ph type="title"/>
          </p:nvPr>
        </p:nvSpPr>
        <p:spPr>
          <a:xfrm>
            <a:off x="671250" y="2141250"/>
            <a:ext cx="7852200" cy="861000"/>
          </a:xfrm>
          <a:prstGeom prst="rect">
            <a:avLst/>
          </a:prstGeom>
        </p:spPr>
        <p:txBody>
          <a:bodyPr spcFirstLastPara="1" wrap="square" lIns="91425" tIns="91425" rIns="91425" bIns="91425" anchor="ctr" anchorCtr="0">
            <a:noAutofit/>
          </a:bodyPr>
          <a:lstStyle>
            <a:lvl1pPr lvl="0" algn="ctr" rtl="0">
              <a:spcBef>
                <a:spcPts val="0"/>
              </a:spcBef>
              <a:spcAft>
                <a:spcPts val="0"/>
              </a:spcAft>
              <a:buSzPts val="3600"/>
              <a:buNone/>
              <a:defRPr sz="3600"/>
            </a:lvl1pPr>
            <a:lvl2pPr lvl="1" algn="ctr" rtl="0">
              <a:spcBef>
                <a:spcPts val="0"/>
              </a:spcBef>
              <a:spcAft>
                <a:spcPts val="0"/>
              </a:spcAft>
              <a:buSzPts val="3600"/>
              <a:buNone/>
              <a:defRPr sz="3600"/>
            </a:lvl2pPr>
            <a:lvl3pPr lvl="2" algn="ctr" rtl="0">
              <a:spcBef>
                <a:spcPts val="0"/>
              </a:spcBef>
              <a:spcAft>
                <a:spcPts val="0"/>
              </a:spcAft>
              <a:buSzPts val="3600"/>
              <a:buNone/>
              <a:defRPr sz="3600"/>
            </a:lvl3pPr>
            <a:lvl4pPr lvl="3" algn="ctr" rtl="0">
              <a:spcBef>
                <a:spcPts val="0"/>
              </a:spcBef>
              <a:spcAft>
                <a:spcPts val="0"/>
              </a:spcAft>
              <a:buSzPts val="3600"/>
              <a:buNone/>
              <a:defRPr sz="3600"/>
            </a:lvl4pPr>
            <a:lvl5pPr lvl="4" algn="ctr" rtl="0">
              <a:spcBef>
                <a:spcPts val="0"/>
              </a:spcBef>
              <a:spcAft>
                <a:spcPts val="0"/>
              </a:spcAft>
              <a:buSzPts val="3600"/>
              <a:buNone/>
              <a:defRPr sz="3600"/>
            </a:lvl5pPr>
            <a:lvl6pPr lvl="5" algn="ctr" rtl="0">
              <a:spcBef>
                <a:spcPts val="0"/>
              </a:spcBef>
              <a:spcAft>
                <a:spcPts val="0"/>
              </a:spcAft>
              <a:buSzPts val="3600"/>
              <a:buNone/>
              <a:defRPr sz="3600"/>
            </a:lvl6pPr>
            <a:lvl7pPr lvl="6" algn="ctr" rtl="0">
              <a:spcBef>
                <a:spcPts val="0"/>
              </a:spcBef>
              <a:spcAft>
                <a:spcPts val="0"/>
              </a:spcAft>
              <a:buSzPts val="3600"/>
              <a:buNone/>
              <a:defRPr sz="3600"/>
            </a:lvl7pPr>
            <a:lvl8pPr lvl="7" algn="ctr" rtl="0">
              <a:spcBef>
                <a:spcPts val="0"/>
              </a:spcBef>
              <a:spcAft>
                <a:spcPts val="0"/>
              </a:spcAft>
              <a:buSzPts val="3600"/>
              <a:buNone/>
              <a:defRPr sz="3600"/>
            </a:lvl8pPr>
            <a:lvl9pPr lvl="8" algn="ctr" rtl="0">
              <a:spcBef>
                <a:spcPts val="0"/>
              </a:spcBef>
              <a:spcAft>
                <a:spcPts val="0"/>
              </a:spcAft>
              <a:buSzPts val="3600"/>
              <a:buNone/>
              <a:defRPr sz="3600"/>
            </a:lvl9pPr>
          </a:lstStyle>
          <a:p>
            <a:endParaRPr/>
          </a:p>
        </p:txBody>
      </p:sp>
      <p:sp>
        <p:nvSpPr>
          <p:cNvPr id="69" name="Google Shape;69;p15"/>
          <p:cNvSpPr txBox="1">
            <a:spLocks noGrp="1"/>
          </p:cNvSpPr>
          <p:nvPr>
            <p:ph type="sldNum" idx="12"/>
          </p:nvPr>
        </p:nvSpPr>
        <p:spPr>
          <a:xfrm>
            <a:off x="8490250" y="4681009"/>
            <a:ext cx="548700" cy="393600"/>
          </a:xfrm>
          <a:prstGeom prst="rect">
            <a:avLst/>
          </a:prstGeom>
        </p:spPr>
        <p:txBody>
          <a:bodyPr spcFirstLastPara="1" wrap="square" lIns="91425" tIns="91425" rIns="91425" bIns="91425" anchor="ctr" anchorCtr="0">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matchingName="Title and body" type="tx">
  <p:cSld name="TITLE_AND_BODY">
    <p:spTree>
      <p:nvGrpSpPr>
        <p:cNvPr id="1" name="Shape 70"/>
        <p:cNvGrpSpPr/>
        <p:nvPr/>
      </p:nvGrpSpPr>
      <p:grpSpPr>
        <a:xfrm>
          <a:off x="0" y="0"/>
          <a:ext cx="0" cy="0"/>
          <a:chOff x="0" y="0"/>
          <a:chExt cx="0" cy="0"/>
        </a:xfrm>
      </p:grpSpPr>
      <p:sp>
        <p:nvSpPr>
          <p:cNvPr id="71" name="Google Shape;71;p16"/>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Autofit/>
          </a:bodyPr>
          <a:lstStyle>
            <a:lvl1pPr lvl="0" rtl="0">
              <a:spcBef>
                <a:spcPts val="0"/>
              </a:spcBef>
              <a:spcAft>
                <a:spcPts val="0"/>
              </a:spcAft>
              <a:buSzPts val="3000"/>
              <a:buNone/>
              <a:defRPr/>
            </a:lvl1pPr>
            <a:lvl2pPr lvl="1" rtl="0">
              <a:spcBef>
                <a:spcPts val="0"/>
              </a:spcBef>
              <a:spcAft>
                <a:spcPts val="0"/>
              </a:spcAft>
              <a:buSzPts val="3000"/>
              <a:buNone/>
              <a:defRPr/>
            </a:lvl2pPr>
            <a:lvl3pPr lvl="2" rtl="0">
              <a:spcBef>
                <a:spcPts val="0"/>
              </a:spcBef>
              <a:spcAft>
                <a:spcPts val="0"/>
              </a:spcAft>
              <a:buSzPts val="3000"/>
              <a:buNone/>
              <a:defRPr/>
            </a:lvl3pPr>
            <a:lvl4pPr lvl="3" rtl="0">
              <a:spcBef>
                <a:spcPts val="0"/>
              </a:spcBef>
              <a:spcAft>
                <a:spcPts val="0"/>
              </a:spcAft>
              <a:buSzPts val="3000"/>
              <a:buNone/>
              <a:defRPr/>
            </a:lvl4pPr>
            <a:lvl5pPr lvl="4" rtl="0">
              <a:spcBef>
                <a:spcPts val="0"/>
              </a:spcBef>
              <a:spcAft>
                <a:spcPts val="0"/>
              </a:spcAft>
              <a:buSzPts val="3000"/>
              <a:buNone/>
              <a:defRPr/>
            </a:lvl5pPr>
            <a:lvl6pPr lvl="5" rtl="0">
              <a:spcBef>
                <a:spcPts val="0"/>
              </a:spcBef>
              <a:spcAft>
                <a:spcPts val="0"/>
              </a:spcAft>
              <a:buSzPts val="3000"/>
              <a:buNone/>
              <a:defRPr/>
            </a:lvl6pPr>
            <a:lvl7pPr lvl="6" rtl="0">
              <a:spcBef>
                <a:spcPts val="0"/>
              </a:spcBef>
              <a:spcAft>
                <a:spcPts val="0"/>
              </a:spcAft>
              <a:buSzPts val="3000"/>
              <a:buNone/>
              <a:defRPr/>
            </a:lvl7pPr>
            <a:lvl8pPr lvl="7" rtl="0">
              <a:spcBef>
                <a:spcPts val="0"/>
              </a:spcBef>
              <a:spcAft>
                <a:spcPts val="0"/>
              </a:spcAft>
              <a:buSzPts val="3000"/>
              <a:buNone/>
              <a:defRPr/>
            </a:lvl8pPr>
            <a:lvl9pPr lvl="8" rtl="0">
              <a:spcBef>
                <a:spcPts val="0"/>
              </a:spcBef>
              <a:spcAft>
                <a:spcPts val="0"/>
              </a:spcAft>
              <a:buSzPts val="3000"/>
              <a:buNone/>
              <a:defRPr/>
            </a:lvl9pPr>
          </a:lstStyle>
          <a:p>
            <a:endParaRPr/>
          </a:p>
        </p:txBody>
      </p:sp>
      <p:sp>
        <p:nvSpPr>
          <p:cNvPr id="72" name="Google Shape;72;p16"/>
          <p:cNvSpPr txBox="1">
            <a:spLocks noGrp="1"/>
          </p:cNvSpPr>
          <p:nvPr>
            <p:ph type="body" idx="1"/>
          </p:nvPr>
        </p:nvSpPr>
        <p:spPr>
          <a:xfrm>
            <a:off x="311700" y="1152475"/>
            <a:ext cx="8520600" cy="3416400"/>
          </a:xfrm>
          <a:prstGeom prst="rect">
            <a:avLst/>
          </a:prstGeom>
        </p:spPr>
        <p:txBody>
          <a:bodyPr spcFirstLastPara="1" wrap="square" lIns="91425" tIns="91425" rIns="91425" bIns="91425" anchor="t" anchorCtr="0">
            <a:noAutofit/>
          </a:bodyPr>
          <a:lstStyle>
            <a:lvl1pPr marL="457200" lvl="0" indent="-342900" rtl="0">
              <a:spcBef>
                <a:spcPts val="0"/>
              </a:spcBef>
              <a:spcAft>
                <a:spcPts val="0"/>
              </a:spcAft>
              <a:buSzPts val="1800"/>
              <a:buChar char="●"/>
              <a:defRPr/>
            </a:lvl1pPr>
            <a:lvl2pPr marL="914400" lvl="1" indent="-317500" rtl="0">
              <a:spcBef>
                <a:spcPts val="1600"/>
              </a:spcBef>
              <a:spcAft>
                <a:spcPts val="0"/>
              </a:spcAft>
              <a:buSzPts val="1400"/>
              <a:buChar char="○"/>
              <a:defRPr/>
            </a:lvl2pPr>
            <a:lvl3pPr marL="1371600" lvl="2" indent="-317500" rtl="0">
              <a:spcBef>
                <a:spcPts val="1600"/>
              </a:spcBef>
              <a:spcAft>
                <a:spcPts val="0"/>
              </a:spcAft>
              <a:buSzPts val="1400"/>
              <a:buChar char="■"/>
              <a:defRPr/>
            </a:lvl3pPr>
            <a:lvl4pPr marL="1828800" lvl="3" indent="-317500" rtl="0">
              <a:spcBef>
                <a:spcPts val="1600"/>
              </a:spcBef>
              <a:spcAft>
                <a:spcPts val="0"/>
              </a:spcAft>
              <a:buSzPts val="1400"/>
              <a:buChar char="●"/>
              <a:defRPr/>
            </a:lvl4pPr>
            <a:lvl5pPr marL="2286000" lvl="4" indent="-317500" rtl="0">
              <a:spcBef>
                <a:spcPts val="1600"/>
              </a:spcBef>
              <a:spcAft>
                <a:spcPts val="0"/>
              </a:spcAft>
              <a:buSzPts val="1400"/>
              <a:buChar char="○"/>
              <a:defRPr/>
            </a:lvl5pPr>
            <a:lvl6pPr marL="2743200" lvl="5" indent="-317500" rtl="0">
              <a:spcBef>
                <a:spcPts val="1600"/>
              </a:spcBef>
              <a:spcAft>
                <a:spcPts val="0"/>
              </a:spcAft>
              <a:buSzPts val="1400"/>
              <a:buChar char="■"/>
              <a:defRPr/>
            </a:lvl6pPr>
            <a:lvl7pPr marL="3200400" lvl="6" indent="-317500" rtl="0">
              <a:spcBef>
                <a:spcPts val="1600"/>
              </a:spcBef>
              <a:spcAft>
                <a:spcPts val="0"/>
              </a:spcAft>
              <a:buSzPts val="1400"/>
              <a:buChar char="●"/>
              <a:defRPr/>
            </a:lvl7pPr>
            <a:lvl8pPr marL="3657600" lvl="7" indent="-317500" rtl="0">
              <a:spcBef>
                <a:spcPts val="1600"/>
              </a:spcBef>
              <a:spcAft>
                <a:spcPts val="0"/>
              </a:spcAft>
              <a:buSzPts val="1400"/>
              <a:buChar char="○"/>
              <a:defRPr/>
            </a:lvl8pPr>
            <a:lvl9pPr marL="4114800" lvl="8" indent="-317500" rtl="0">
              <a:spcBef>
                <a:spcPts val="1600"/>
              </a:spcBef>
              <a:spcAft>
                <a:spcPts val="1600"/>
              </a:spcAft>
              <a:buSzPts val="1400"/>
              <a:buChar char="■"/>
              <a:defRPr/>
            </a:lvl9pPr>
          </a:lstStyle>
          <a:p>
            <a:endParaRPr/>
          </a:p>
        </p:txBody>
      </p:sp>
      <p:sp>
        <p:nvSpPr>
          <p:cNvPr id="73" name="Google Shape;73;p16"/>
          <p:cNvSpPr txBox="1">
            <a:spLocks noGrp="1"/>
          </p:cNvSpPr>
          <p:nvPr>
            <p:ph type="sldNum" idx="12"/>
          </p:nvPr>
        </p:nvSpPr>
        <p:spPr>
          <a:xfrm>
            <a:off x="8490250" y="4681009"/>
            <a:ext cx="548700" cy="393600"/>
          </a:xfrm>
          <a:prstGeom prst="rect">
            <a:avLst/>
          </a:prstGeom>
        </p:spPr>
        <p:txBody>
          <a:bodyPr spcFirstLastPara="1" wrap="square" lIns="91425" tIns="91425" rIns="91425" bIns="91425" anchor="ctr" anchorCtr="0">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matchingName="Title and two columns" type="twoColTx">
  <p:cSld name="TITLE_AND_TWO_COLUMNS">
    <p:spTree>
      <p:nvGrpSpPr>
        <p:cNvPr id="1" name="Shape 74"/>
        <p:cNvGrpSpPr/>
        <p:nvPr/>
      </p:nvGrpSpPr>
      <p:grpSpPr>
        <a:xfrm>
          <a:off x="0" y="0"/>
          <a:ext cx="0" cy="0"/>
          <a:chOff x="0" y="0"/>
          <a:chExt cx="0" cy="0"/>
        </a:xfrm>
      </p:grpSpPr>
      <p:sp>
        <p:nvSpPr>
          <p:cNvPr id="75" name="Google Shape;75;p17"/>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Autofit/>
          </a:bodyPr>
          <a:lstStyle>
            <a:lvl1pPr lvl="0" rtl="0">
              <a:spcBef>
                <a:spcPts val="0"/>
              </a:spcBef>
              <a:spcAft>
                <a:spcPts val="0"/>
              </a:spcAft>
              <a:buSzPts val="3000"/>
              <a:buNone/>
              <a:defRPr/>
            </a:lvl1pPr>
            <a:lvl2pPr lvl="1" rtl="0">
              <a:spcBef>
                <a:spcPts val="0"/>
              </a:spcBef>
              <a:spcAft>
                <a:spcPts val="0"/>
              </a:spcAft>
              <a:buSzPts val="3000"/>
              <a:buNone/>
              <a:defRPr/>
            </a:lvl2pPr>
            <a:lvl3pPr lvl="2" rtl="0">
              <a:spcBef>
                <a:spcPts val="0"/>
              </a:spcBef>
              <a:spcAft>
                <a:spcPts val="0"/>
              </a:spcAft>
              <a:buSzPts val="3000"/>
              <a:buNone/>
              <a:defRPr/>
            </a:lvl3pPr>
            <a:lvl4pPr lvl="3" rtl="0">
              <a:spcBef>
                <a:spcPts val="0"/>
              </a:spcBef>
              <a:spcAft>
                <a:spcPts val="0"/>
              </a:spcAft>
              <a:buSzPts val="3000"/>
              <a:buNone/>
              <a:defRPr/>
            </a:lvl4pPr>
            <a:lvl5pPr lvl="4" rtl="0">
              <a:spcBef>
                <a:spcPts val="0"/>
              </a:spcBef>
              <a:spcAft>
                <a:spcPts val="0"/>
              </a:spcAft>
              <a:buSzPts val="3000"/>
              <a:buNone/>
              <a:defRPr/>
            </a:lvl5pPr>
            <a:lvl6pPr lvl="5" rtl="0">
              <a:spcBef>
                <a:spcPts val="0"/>
              </a:spcBef>
              <a:spcAft>
                <a:spcPts val="0"/>
              </a:spcAft>
              <a:buSzPts val="3000"/>
              <a:buNone/>
              <a:defRPr/>
            </a:lvl6pPr>
            <a:lvl7pPr lvl="6" rtl="0">
              <a:spcBef>
                <a:spcPts val="0"/>
              </a:spcBef>
              <a:spcAft>
                <a:spcPts val="0"/>
              </a:spcAft>
              <a:buSzPts val="3000"/>
              <a:buNone/>
              <a:defRPr/>
            </a:lvl7pPr>
            <a:lvl8pPr lvl="7" rtl="0">
              <a:spcBef>
                <a:spcPts val="0"/>
              </a:spcBef>
              <a:spcAft>
                <a:spcPts val="0"/>
              </a:spcAft>
              <a:buSzPts val="3000"/>
              <a:buNone/>
              <a:defRPr/>
            </a:lvl8pPr>
            <a:lvl9pPr lvl="8" rtl="0">
              <a:spcBef>
                <a:spcPts val="0"/>
              </a:spcBef>
              <a:spcAft>
                <a:spcPts val="0"/>
              </a:spcAft>
              <a:buSzPts val="3000"/>
              <a:buNone/>
              <a:defRPr/>
            </a:lvl9pPr>
          </a:lstStyle>
          <a:p>
            <a:endParaRPr/>
          </a:p>
        </p:txBody>
      </p:sp>
      <p:sp>
        <p:nvSpPr>
          <p:cNvPr id="76" name="Google Shape;76;p17"/>
          <p:cNvSpPr txBox="1">
            <a:spLocks noGrp="1"/>
          </p:cNvSpPr>
          <p:nvPr>
            <p:ph type="body" idx="1"/>
          </p:nvPr>
        </p:nvSpPr>
        <p:spPr>
          <a:xfrm>
            <a:off x="311700" y="1152475"/>
            <a:ext cx="3999900" cy="3416400"/>
          </a:xfrm>
          <a:prstGeom prst="rect">
            <a:avLst/>
          </a:prstGeom>
        </p:spPr>
        <p:txBody>
          <a:bodyPr spcFirstLastPara="1" wrap="square" lIns="91425" tIns="91425" rIns="91425" bIns="91425" anchor="t" anchorCtr="0">
            <a:noAutofit/>
          </a:bodyPr>
          <a:lstStyle>
            <a:lvl1pPr marL="457200" lvl="0" indent="-317500" rtl="0">
              <a:spcBef>
                <a:spcPts val="0"/>
              </a:spcBef>
              <a:spcAft>
                <a:spcPts val="0"/>
              </a:spcAft>
              <a:buSzPts val="1400"/>
              <a:buChar char="●"/>
              <a:defRPr sz="1400"/>
            </a:lvl1pPr>
            <a:lvl2pPr marL="914400" lvl="1" indent="-304800" rtl="0">
              <a:spcBef>
                <a:spcPts val="1600"/>
              </a:spcBef>
              <a:spcAft>
                <a:spcPts val="0"/>
              </a:spcAft>
              <a:buSzPts val="1200"/>
              <a:buChar char="○"/>
              <a:defRPr sz="1200"/>
            </a:lvl2pPr>
            <a:lvl3pPr marL="1371600" lvl="2" indent="-304800" rtl="0">
              <a:spcBef>
                <a:spcPts val="1600"/>
              </a:spcBef>
              <a:spcAft>
                <a:spcPts val="0"/>
              </a:spcAft>
              <a:buSzPts val="1200"/>
              <a:buChar char="■"/>
              <a:defRPr sz="1200"/>
            </a:lvl3pPr>
            <a:lvl4pPr marL="1828800" lvl="3" indent="-304800" rtl="0">
              <a:spcBef>
                <a:spcPts val="1600"/>
              </a:spcBef>
              <a:spcAft>
                <a:spcPts val="0"/>
              </a:spcAft>
              <a:buSzPts val="1200"/>
              <a:buChar char="●"/>
              <a:defRPr sz="1200"/>
            </a:lvl4pPr>
            <a:lvl5pPr marL="2286000" lvl="4" indent="-304800" rtl="0">
              <a:spcBef>
                <a:spcPts val="1600"/>
              </a:spcBef>
              <a:spcAft>
                <a:spcPts val="0"/>
              </a:spcAft>
              <a:buSzPts val="1200"/>
              <a:buChar char="○"/>
              <a:defRPr sz="1200"/>
            </a:lvl5pPr>
            <a:lvl6pPr marL="2743200" lvl="5" indent="-304800" rtl="0">
              <a:spcBef>
                <a:spcPts val="1600"/>
              </a:spcBef>
              <a:spcAft>
                <a:spcPts val="0"/>
              </a:spcAft>
              <a:buSzPts val="1200"/>
              <a:buChar char="■"/>
              <a:defRPr sz="1200"/>
            </a:lvl6pPr>
            <a:lvl7pPr marL="3200400" lvl="6" indent="-304800" rtl="0">
              <a:spcBef>
                <a:spcPts val="1600"/>
              </a:spcBef>
              <a:spcAft>
                <a:spcPts val="0"/>
              </a:spcAft>
              <a:buSzPts val="1200"/>
              <a:buChar char="●"/>
              <a:defRPr sz="1200"/>
            </a:lvl7pPr>
            <a:lvl8pPr marL="3657600" lvl="7" indent="-304800" rtl="0">
              <a:spcBef>
                <a:spcPts val="1600"/>
              </a:spcBef>
              <a:spcAft>
                <a:spcPts val="0"/>
              </a:spcAft>
              <a:buSzPts val="1200"/>
              <a:buChar char="○"/>
              <a:defRPr sz="1200"/>
            </a:lvl8pPr>
            <a:lvl9pPr marL="4114800" lvl="8" indent="-304800" rtl="0">
              <a:spcBef>
                <a:spcPts val="1600"/>
              </a:spcBef>
              <a:spcAft>
                <a:spcPts val="1600"/>
              </a:spcAft>
              <a:buSzPts val="1200"/>
              <a:buChar char="■"/>
              <a:defRPr sz="1200"/>
            </a:lvl9pPr>
          </a:lstStyle>
          <a:p>
            <a:endParaRPr/>
          </a:p>
        </p:txBody>
      </p:sp>
      <p:sp>
        <p:nvSpPr>
          <p:cNvPr id="77" name="Google Shape;77;p17"/>
          <p:cNvSpPr txBox="1">
            <a:spLocks noGrp="1"/>
          </p:cNvSpPr>
          <p:nvPr>
            <p:ph type="body" idx="2"/>
          </p:nvPr>
        </p:nvSpPr>
        <p:spPr>
          <a:xfrm>
            <a:off x="4832400" y="1152475"/>
            <a:ext cx="3999900" cy="3416400"/>
          </a:xfrm>
          <a:prstGeom prst="rect">
            <a:avLst/>
          </a:prstGeom>
        </p:spPr>
        <p:txBody>
          <a:bodyPr spcFirstLastPara="1" wrap="square" lIns="91425" tIns="91425" rIns="91425" bIns="91425" anchor="t" anchorCtr="0">
            <a:noAutofit/>
          </a:bodyPr>
          <a:lstStyle>
            <a:lvl1pPr marL="457200" lvl="0" indent="-317500" rtl="0">
              <a:spcBef>
                <a:spcPts val="0"/>
              </a:spcBef>
              <a:spcAft>
                <a:spcPts val="0"/>
              </a:spcAft>
              <a:buSzPts val="1400"/>
              <a:buChar char="●"/>
              <a:defRPr sz="1400"/>
            </a:lvl1pPr>
            <a:lvl2pPr marL="914400" lvl="1" indent="-304800" rtl="0">
              <a:spcBef>
                <a:spcPts val="1600"/>
              </a:spcBef>
              <a:spcAft>
                <a:spcPts val="0"/>
              </a:spcAft>
              <a:buSzPts val="1200"/>
              <a:buChar char="○"/>
              <a:defRPr sz="1200"/>
            </a:lvl2pPr>
            <a:lvl3pPr marL="1371600" lvl="2" indent="-304800" rtl="0">
              <a:spcBef>
                <a:spcPts val="1600"/>
              </a:spcBef>
              <a:spcAft>
                <a:spcPts val="0"/>
              </a:spcAft>
              <a:buSzPts val="1200"/>
              <a:buChar char="■"/>
              <a:defRPr sz="1200"/>
            </a:lvl3pPr>
            <a:lvl4pPr marL="1828800" lvl="3" indent="-304800" rtl="0">
              <a:spcBef>
                <a:spcPts val="1600"/>
              </a:spcBef>
              <a:spcAft>
                <a:spcPts val="0"/>
              </a:spcAft>
              <a:buSzPts val="1200"/>
              <a:buChar char="●"/>
              <a:defRPr sz="1200"/>
            </a:lvl4pPr>
            <a:lvl5pPr marL="2286000" lvl="4" indent="-304800" rtl="0">
              <a:spcBef>
                <a:spcPts val="1600"/>
              </a:spcBef>
              <a:spcAft>
                <a:spcPts val="0"/>
              </a:spcAft>
              <a:buSzPts val="1200"/>
              <a:buChar char="○"/>
              <a:defRPr sz="1200"/>
            </a:lvl5pPr>
            <a:lvl6pPr marL="2743200" lvl="5" indent="-304800" rtl="0">
              <a:spcBef>
                <a:spcPts val="1600"/>
              </a:spcBef>
              <a:spcAft>
                <a:spcPts val="0"/>
              </a:spcAft>
              <a:buSzPts val="1200"/>
              <a:buChar char="■"/>
              <a:defRPr sz="1200"/>
            </a:lvl6pPr>
            <a:lvl7pPr marL="3200400" lvl="6" indent="-304800" rtl="0">
              <a:spcBef>
                <a:spcPts val="1600"/>
              </a:spcBef>
              <a:spcAft>
                <a:spcPts val="0"/>
              </a:spcAft>
              <a:buSzPts val="1200"/>
              <a:buChar char="●"/>
              <a:defRPr sz="1200"/>
            </a:lvl7pPr>
            <a:lvl8pPr marL="3657600" lvl="7" indent="-304800" rtl="0">
              <a:spcBef>
                <a:spcPts val="1600"/>
              </a:spcBef>
              <a:spcAft>
                <a:spcPts val="0"/>
              </a:spcAft>
              <a:buSzPts val="1200"/>
              <a:buChar char="○"/>
              <a:defRPr sz="1200"/>
            </a:lvl8pPr>
            <a:lvl9pPr marL="4114800" lvl="8" indent="-304800" rtl="0">
              <a:spcBef>
                <a:spcPts val="1600"/>
              </a:spcBef>
              <a:spcAft>
                <a:spcPts val="1600"/>
              </a:spcAft>
              <a:buSzPts val="1200"/>
              <a:buChar char="■"/>
              <a:defRPr sz="1200"/>
            </a:lvl9pPr>
          </a:lstStyle>
          <a:p>
            <a:endParaRPr/>
          </a:p>
        </p:txBody>
      </p:sp>
      <p:sp>
        <p:nvSpPr>
          <p:cNvPr id="78" name="Google Shape;78;p17"/>
          <p:cNvSpPr txBox="1">
            <a:spLocks noGrp="1"/>
          </p:cNvSpPr>
          <p:nvPr>
            <p:ph type="sldNum" idx="12"/>
          </p:nvPr>
        </p:nvSpPr>
        <p:spPr>
          <a:xfrm>
            <a:off x="8490250" y="4681009"/>
            <a:ext cx="548700" cy="393600"/>
          </a:xfrm>
          <a:prstGeom prst="rect">
            <a:avLst/>
          </a:prstGeom>
        </p:spPr>
        <p:txBody>
          <a:bodyPr spcFirstLastPara="1" wrap="square" lIns="91425" tIns="91425" rIns="91425" bIns="91425" anchor="ctr" anchorCtr="0">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79"/>
        <p:cNvGrpSpPr/>
        <p:nvPr/>
      </p:nvGrpSpPr>
      <p:grpSpPr>
        <a:xfrm>
          <a:off x="0" y="0"/>
          <a:ext cx="0" cy="0"/>
          <a:chOff x="0" y="0"/>
          <a:chExt cx="0" cy="0"/>
        </a:xfrm>
      </p:grpSpPr>
      <p:sp>
        <p:nvSpPr>
          <p:cNvPr id="80" name="Google Shape;80;p18"/>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Autofit/>
          </a:bodyPr>
          <a:lstStyle>
            <a:lvl1pPr lvl="0" rtl="0">
              <a:spcBef>
                <a:spcPts val="0"/>
              </a:spcBef>
              <a:spcAft>
                <a:spcPts val="0"/>
              </a:spcAft>
              <a:buSzPts val="3000"/>
              <a:buNone/>
              <a:defRPr/>
            </a:lvl1pPr>
            <a:lvl2pPr lvl="1" rtl="0">
              <a:spcBef>
                <a:spcPts val="0"/>
              </a:spcBef>
              <a:spcAft>
                <a:spcPts val="0"/>
              </a:spcAft>
              <a:buSzPts val="3000"/>
              <a:buNone/>
              <a:defRPr/>
            </a:lvl2pPr>
            <a:lvl3pPr lvl="2" rtl="0">
              <a:spcBef>
                <a:spcPts val="0"/>
              </a:spcBef>
              <a:spcAft>
                <a:spcPts val="0"/>
              </a:spcAft>
              <a:buSzPts val="3000"/>
              <a:buNone/>
              <a:defRPr/>
            </a:lvl3pPr>
            <a:lvl4pPr lvl="3" rtl="0">
              <a:spcBef>
                <a:spcPts val="0"/>
              </a:spcBef>
              <a:spcAft>
                <a:spcPts val="0"/>
              </a:spcAft>
              <a:buSzPts val="3000"/>
              <a:buNone/>
              <a:defRPr/>
            </a:lvl4pPr>
            <a:lvl5pPr lvl="4" rtl="0">
              <a:spcBef>
                <a:spcPts val="0"/>
              </a:spcBef>
              <a:spcAft>
                <a:spcPts val="0"/>
              </a:spcAft>
              <a:buSzPts val="3000"/>
              <a:buNone/>
              <a:defRPr/>
            </a:lvl5pPr>
            <a:lvl6pPr lvl="5" rtl="0">
              <a:spcBef>
                <a:spcPts val="0"/>
              </a:spcBef>
              <a:spcAft>
                <a:spcPts val="0"/>
              </a:spcAft>
              <a:buSzPts val="3000"/>
              <a:buNone/>
              <a:defRPr/>
            </a:lvl6pPr>
            <a:lvl7pPr lvl="6" rtl="0">
              <a:spcBef>
                <a:spcPts val="0"/>
              </a:spcBef>
              <a:spcAft>
                <a:spcPts val="0"/>
              </a:spcAft>
              <a:buSzPts val="3000"/>
              <a:buNone/>
              <a:defRPr/>
            </a:lvl7pPr>
            <a:lvl8pPr lvl="7" rtl="0">
              <a:spcBef>
                <a:spcPts val="0"/>
              </a:spcBef>
              <a:spcAft>
                <a:spcPts val="0"/>
              </a:spcAft>
              <a:buSzPts val="3000"/>
              <a:buNone/>
              <a:defRPr/>
            </a:lvl8pPr>
            <a:lvl9pPr lvl="8" rtl="0">
              <a:spcBef>
                <a:spcPts val="0"/>
              </a:spcBef>
              <a:spcAft>
                <a:spcPts val="0"/>
              </a:spcAft>
              <a:buSzPts val="3000"/>
              <a:buNone/>
              <a:defRPr/>
            </a:lvl9pPr>
          </a:lstStyle>
          <a:p>
            <a:endParaRPr/>
          </a:p>
        </p:txBody>
      </p:sp>
      <p:sp>
        <p:nvSpPr>
          <p:cNvPr id="81" name="Google Shape;81;p18"/>
          <p:cNvSpPr txBox="1">
            <a:spLocks noGrp="1"/>
          </p:cNvSpPr>
          <p:nvPr>
            <p:ph type="sldNum" idx="12"/>
          </p:nvPr>
        </p:nvSpPr>
        <p:spPr>
          <a:xfrm>
            <a:off x="8490250" y="4681009"/>
            <a:ext cx="548700" cy="393600"/>
          </a:xfrm>
          <a:prstGeom prst="rect">
            <a:avLst/>
          </a:prstGeom>
        </p:spPr>
        <p:txBody>
          <a:bodyPr spcFirstLastPara="1" wrap="square" lIns="91425" tIns="91425" rIns="91425" bIns="91425" anchor="ctr" anchorCtr="0">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matchingName="One column text">
  <p:cSld name="ONE_COLUMN_TEXT">
    <p:spTree>
      <p:nvGrpSpPr>
        <p:cNvPr id="1" name="Shape 82"/>
        <p:cNvGrpSpPr/>
        <p:nvPr/>
      </p:nvGrpSpPr>
      <p:grpSpPr>
        <a:xfrm>
          <a:off x="0" y="0"/>
          <a:ext cx="0" cy="0"/>
          <a:chOff x="0" y="0"/>
          <a:chExt cx="0" cy="0"/>
        </a:xfrm>
      </p:grpSpPr>
      <p:sp>
        <p:nvSpPr>
          <p:cNvPr id="83" name="Google Shape;83;p19"/>
          <p:cNvSpPr txBox="1">
            <a:spLocks noGrp="1"/>
          </p:cNvSpPr>
          <p:nvPr>
            <p:ph type="title"/>
          </p:nvPr>
        </p:nvSpPr>
        <p:spPr>
          <a:xfrm>
            <a:off x="311700" y="555600"/>
            <a:ext cx="2808000" cy="755700"/>
          </a:xfrm>
          <a:prstGeom prst="rect">
            <a:avLst/>
          </a:prstGeom>
        </p:spPr>
        <p:txBody>
          <a:bodyPr spcFirstLastPara="1" wrap="square" lIns="91425" tIns="91425" rIns="91425" bIns="91425" anchor="b" anchorCtr="0">
            <a:noAutofit/>
          </a:bodyPr>
          <a:lstStyle>
            <a:lvl1pPr lvl="0" rtl="0">
              <a:spcBef>
                <a:spcPts val="0"/>
              </a:spcBef>
              <a:spcAft>
                <a:spcPts val="0"/>
              </a:spcAft>
              <a:buSzPts val="2400"/>
              <a:buNone/>
              <a:defRPr sz="2400"/>
            </a:lvl1pPr>
            <a:lvl2pPr lvl="1" rtl="0">
              <a:spcBef>
                <a:spcPts val="0"/>
              </a:spcBef>
              <a:spcAft>
                <a:spcPts val="0"/>
              </a:spcAft>
              <a:buSzPts val="2400"/>
              <a:buNone/>
              <a:defRPr sz="2400"/>
            </a:lvl2pPr>
            <a:lvl3pPr lvl="2" rtl="0">
              <a:spcBef>
                <a:spcPts val="0"/>
              </a:spcBef>
              <a:spcAft>
                <a:spcPts val="0"/>
              </a:spcAft>
              <a:buSzPts val="2400"/>
              <a:buNone/>
              <a:defRPr sz="2400"/>
            </a:lvl3pPr>
            <a:lvl4pPr lvl="3" rtl="0">
              <a:spcBef>
                <a:spcPts val="0"/>
              </a:spcBef>
              <a:spcAft>
                <a:spcPts val="0"/>
              </a:spcAft>
              <a:buSzPts val="2400"/>
              <a:buNone/>
              <a:defRPr sz="2400"/>
            </a:lvl4pPr>
            <a:lvl5pPr lvl="4" rtl="0">
              <a:spcBef>
                <a:spcPts val="0"/>
              </a:spcBef>
              <a:spcAft>
                <a:spcPts val="0"/>
              </a:spcAft>
              <a:buSzPts val="2400"/>
              <a:buNone/>
              <a:defRPr sz="2400"/>
            </a:lvl5pPr>
            <a:lvl6pPr lvl="5" rtl="0">
              <a:spcBef>
                <a:spcPts val="0"/>
              </a:spcBef>
              <a:spcAft>
                <a:spcPts val="0"/>
              </a:spcAft>
              <a:buSzPts val="2400"/>
              <a:buNone/>
              <a:defRPr sz="2400"/>
            </a:lvl6pPr>
            <a:lvl7pPr lvl="6" rtl="0">
              <a:spcBef>
                <a:spcPts val="0"/>
              </a:spcBef>
              <a:spcAft>
                <a:spcPts val="0"/>
              </a:spcAft>
              <a:buSzPts val="2400"/>
              <a:buNone/>
              <a:defRPr sz="2400"/>
            </a:lvl7pPr>
            <a:lvl8pPr lvl="7" rtl="0">
              <a:spcBef>
                <a:spcPts val="0"/>
              </a:spcBef>
              <a:spcAft>
                <a:spcPts val="0"/>
              </a:spcAft>
              <a:buSzPts val="2400"/>
              <a:buNone/>
              <a:defRPr sz="2400"/>
            </a:lvl8pPr>
            <a:lvl9pPr lvl="8" rtl="0">
              <a:spcBef>
                <a:spcPts val="0"/>
              </a:spcBef>
              <a:spcAft>
                <a:spcPts val="0"/>
              </a:spcAft>
              <a:buSzPts val="2400"/>
              <a:buNone/>
              <a:defRPr sz="2400"/>
            </a:lvl9pPr>
          </a:lstStyle>
          <a:p>
            <a:endParaRPr/>
          </a:p>
        </p:txBody>
      </p:sp>
      <p:sp>
        <p:nvSpPr>
          <p:cNvPr id="84" name="Google Shape;84;p19"/>
          <p:cNvSpPr txBox="1">
            <a:spLocks noGrp="1"/>
          </p:cNvSpPr>
          <p:nvPr>
            <p:ph type="body" idx="1"/>
          </p:nvPr>
        </p:nvSpPr>
        <p:spPr>
          <a:xfrm>
            <a:off x="311700" y="1389600"/>
            <a:ext cx="2808000" cy="3179400"/>
          </a:xfrm>
          <a:prstGeom prst="rect">
            <a:avLst/>
          </a:prstGeom>
        </p:spPr>
        <p:txBody>
          <a:bodyPr spcFirstLastPara="1" wrap="square" lIns="91425" tIns="91425" rIns="91425" bIns="91425" anchor="t" anchorCtr="0">
            <a:noAutofit/>
          </a:bodyPr>
          <a:lstStyle>
            <a:lvl1pPr marL="457200" lvl="0" indent="-304800" rtl="0">
              <a:spcBef>
                <a:spcPts val="0"/>
              </a:spcBef>
              <a:spcAft>
                <a:spcPts val="0"/>
              </a:spcAft>
              <a:buSzPts val="1200"/>
              <a:buChar char="●"/>
              <a:defRPr sz="1200"/>
            </a:lvl1pPr>
            <a:lvl2pPr marL="914400" lvl="1" indent="-304800" rtl="0">
              <a:spcBef>
                <a:spcPts val="1600"/>
              </a:spcBef>
              <a:spcAft>
                <a:spcPts val="0"/>
              </a:spcAft>
              <a:buSzPts val="1200"/>
              <a:buChar char="○"/>
              <a:defRPr sz="1200"/>
            </a:lvl2pPr>
            <a:lvl3pPr marL="1371600" lvl="2" indent="-304800" rtl="0">
              <a:spcBef>
                <a:spcPts val="1600"/>
              </a:spcBef>
              <a:spcAft>
                <a:spcPts val="0"/>
              </a:spcAft>
              <a:buSzPts val="1200"/>
              <a:buChar char="■"/>
              <a:defRPr sz="1200"/>
            </a:lvl3pPr>
            <a:lvl4pPr marL="1828800" lvl="3" indent="-304800" rtl="0">
              <a:spcBef>
                <a:spcPts val="1600"/>
              </a:spcBef>
              <a:spcAft>
                <a:spcPts val="0"/>
              </a:spcAft>
              <a:buSzPts val="1200"/>
              <a:buChar char="●"/>
              <a:defRPr sz="1200"/>
            </a:lvl4pPr>
            <a:lvl5pPr marL="2286000" lvl="4" indent="-304800" rtl="0">
              <a:spcBef>
                <a:spcPts val="1600"/>
              </a:spcBef>
              <a:spcAft>
                <a:spcPts val="0"/>
              </a:spcAft>
              <a:buSzPts val="1200"/>
              <a:buChar char="○"/>
              <a:defRPr sz="1200"/>
            </a:lvl5pPr>
            <a:lvl6pPr marL="2743200" lvl="5" indent="-304800" rtl="0">
              <a:spcBef>
                <a:spcPts val="1600"/>
              </a:spcBef>
              <a:spcAft>
                <a:spcPts val="0"/>
              </a:spcAft>
              <a:buSzPts val="1200"/>
              <a:buChar char="■"/>
              <a:defRPr sz="1200"/>
            </a:lvl6pPr>
            <a:lvl7pPr marL="3200400" lvl="6" indent="-304800" rtl="0">
              <a:spcBef>
                <a:spcPts val="1600"/>
              </a:spcBef>
              <a:spcAft>
                <a:spcPts val="0"/>
              </a:spcAft>
              <a:buSzPts val="1200"/>
              <a:buChar char="●"/>
              <a:defRPr sz="1200"/>
            </a:lvl7pPr>
            <a:lvl8pPr marL="3657600" lvl="7" indent="-304800" rtl="0">
              <a:spcBef>
                <a:spcPts val="1600"/>
              </a:spcBef>
              <a:spcAft>
                <a:spcPts val="0"/>
              </a:spcAft>
              <a:buSzPts val="1200"/>
              <a:buChar char="○"/>
              <a:defRPr sz="1200"/>
            </a:lvl8pPr>
            <a:lvl9pPr marL="4114800" lvl="8" indent="-304800" rtl="0">
              <a:spcBef>
                <a:spcPts val="1600"/>
              </a:spcBef>
              <a:spcAft>
                <a:spcPts val="1600"/>
              </a:spcAft>
              <a:buSzPts val="1200"/>
              <a:buChar char="■"/>
              <a:defRPr sz="1200"/>
            </a:lvl9pPr>
          </a:lstStyle>
          <a:p>
            <a:endParaRPr/>
          </a:p>
        </p:txBody>
      </p:sp>
      <p:sp>
        <p:nvSpPr>
          <p:cNvPr id="85" name="Google Shape;85;p19"/>
          <p:cNvSpPr txBox="1">
            <a:spLocks noGrp="1"/>
          </p:cNvSpPr>
          <p:nvPr>
            <p:ph type="sldNum" idx="12"/>
          </p:nvPr>
        </p:nvSpPr>
        <p:spPr>
          <a:xfrm>
            <a:off x="8490250" y="4681009"/>
            <a:ext cx="548700" cy="393600"/>
          </a:xfrm>
          <a:prstGeom prst="rect">
            <a:avLst/>
          </a:prstGeom>
        </p:spPr>
        <p:txBody>
          <a:bodyPr spcFirstLastPara="1" wrap="square" lIns="91425" tIns="91425" rIns="91425" bIns="91425" anchor="ctr" anchorCtr="0">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matchingName="Main point">
  <p:cSld name="MAIN_POINT">
    <p:bg>
      <p:bgPr>
        <a:solidFill>
          <a:schemeClr val="lt2"/>
        </a:solidFill>
        <a:effectLst/>
      </p:bgPr>
    </p:bg>
    <p:spTree>
      <p:nvGrpSpPr>
        <p:cNvPr id="1" name="Shape 86"/>
        <p:cNvGrpSpPr/>
        <p:nvPr/>
      </p:nvGrpSpPr>
      <p:grpSpPr>
        <a:xfrm>
          <a:off x="0" y="0"/>
          <a:ext cx="0" cy="0"/>
          <a:chOff x="0" y="0"/>
          <a:chExt cx="0" cy="0"/>
        </a:xfrm>
      </p:grpSpPr>
      <p:sp>
        <p:nvSpPr>
          <p:cNvPr id="87" name="Google Shape;87;p20"/>
          <p:cNvSpPr txBox="1">
            <a:spLocks noGrp="1"/>
          </p:cNvSpPr>
          <p:nvPr>
            <p:ph type="title"/>
          </p:nvPr>
        </p:nvSpPr>
        <p:spPr>
          <a:xfrm>
            <a:off x="490250" y="526350"/>
            <a:ext cx="6227100" cy="4090800"/>
          </a:xfrm>
          <a:prstGeom prst="rect">
            <a:avLst/>
          </a:prstGeom>
        </p:spPr>
        <p:txBody>
          <a:bodyPr spcFirstLastPara="1" wrap="square" lIns="91425" tIns="91425" rIns="91425" bIns="91425" anchor="ctr" anchorCtr="0">
            <a:noAutofit/>
          </a:bodyPr>
          <a:lstStyle>
            <a:lvl1pPr lvl="0" rtl="0">
              <a:spcBef>
                <a:spcPts val="0"/>
              </a:spcBef>
              <a:spcAft>
                <a:spcPts val="0"/>
              </a:spcAft>
              <a:buClr>
                <a:schemeClr val="lt1"/>
              </a:buClr>
              <a:buSzPts val="4800"/>
              <a:buNone/>
              <a:defRPr sz="4800">
                <a:solidFill>
                  <a:schemeClr val="lt1"/>
                </a:solidFill>
              </a:defRPr>
            </a:lvl1pPr>
            <a:lvl2pPr lvl="1" rtl="0">
              <a:spcBef>
                <a:spcPts val="0"/>
              </a:spcBef>
              <a:spcAft>
                <a:spcPts val="0"/>
              </a:spcAft>
              <a:buClr>
                <a:schemeClr val="lt1"/>
              </a:buClr>
              <a:buSzPts val="4800"/>
              <a:buNone/>
              <a:defRPr sz="4800">
                <a:solidFill>
                  <a:schemeClr val="lt1"/>
                </a:solidFill>
              </a:defRPr>
            </a:lvl2pPr>
            <a:lvl3pPr lvl="2" rtl="0">
              <a:spcBef>
                <a:spcPts val="0"/>
              </a:spcBef>
              <a:spcAft>
                <a:spcPts val="0"/>
              </a:spcAft>
              <a:buClr>
                <a:schemeClr val="lt1"/>
              </a:buClr>
              <a:buSzPts val="4800"/>
              <a:buNone/>
              <a:defRPr sz="4800">
                <a:solidFill>
                  <a:schemeClr val="lt1"/>
                </a:solidFill>
              </a:defRPr>
            </a:lvl3pPr>
            <a:lvl4pPr lvl="3" rtl="0">
              <a:spcBef>
                <a:spcPts val="0"/>
              </a:spcBef>
              <a:spcAft>
                <a:spcPts val="0"/>
              </a:spcAft>
              <a:buClr>
                <a:schemeClr val="lt1"/>
              </a:buClr>
              <a:buSzPts val="4800"/>
              <a:buNone/>
              <a:defRPr sz="4800">
                <a:solidFill>
                  <a:schemeClr val="lt1"/>
                </a:solidFill>
              </a:defRPr>
            </a:lvl4pPr>
            <a:lvl5pPr lvl="4" rtl="0">
              <a:spcBef>
                <a:spcPts val="0"/>
              </a:spcBef>
              <a:spcAft>
                <a:spcPts val="0"/>
              </a:spcAft>
              <a:buClr>
                <a:schemeClr val="lt1"/>
              </a:buClr>
              <a:buSzPts val="4800"/>
              <a:buNone/>
              <a:defRPr sz="4800">
                <a:solidFill>
                  <a:schemeClr val="lt1"/>
                </a:solidFill>
              </a:defRPr>
            </a:lvl5pPr>
            <a:lvl6pPr lvl="5" rtl="0">
              <a:spcBef>
                <a:spcPts val="0"/>
              </a:spcBef>
              <a:spcAft>
                <a:spcPts val="0"/>
              </a:spcAft>
              <a:buClr>
                <a:schemeClr val="lt1"/>
              </a:buClr>
              <a:buSzPts val="4800"/>
              <a:buNone/>
              <a:defRPr sz="4800">
                <a:solidFill>
                  <a:schemeClr val="lt1"/>
                </a:solidFill>
              </a:defRPr>
            </a:lvl6pPr>
            <a:lvl7pPr lvl="6" rtl="0">
              <a:spcBef>
                <a:spcPts val="0"/>
              </a:spcBef>
              <a:spcAft>
                <a:spcPts val="0"/>
              </a:spcAft>
              <a:buClr>
                <a:schemeClr val="lt1"/>
              </a:buClr>
              <a:buSzPts val="4800"/>
              <a:buNone/>
              <a:defRPr sz="4800">
                <a:solidFill>
                  <a:schemeClr val="lt1"/>
                </a:solidFill>
              </a:defRPr>
            </a:lvl7pPr>
            <a:lvl8pPr lvl="7" rtl="0">
              <a:spcBef>
                <a:spcPts val="0"/>
              </a:spcBef>
              <a:spcAft>
                <a:spcPts val="0"/>
              </a:spcAft>
              <a:buClr>
                <a:schemeClr val="lt1"/>
              </a:buClr>
              <a:buSzPts val="4800"/>
              <a:buNone/>
              <a:defRPr sz="4800">
                <a:solidFill>
                  <a:schemeClr val="lt1"/>
                </a:solidFill>
              </a:defRPr>
            </a:lvl8pPr>
            <a:lvl9pPr lvl="8" rtl="0">
              <a:spcBef>
                <a:spcPts val="0"/>
              </a:spcBef>
              <a:spcAft>
                <a:spcPts val="0"/>
              </a:spcAft>
              <a:buClr>
                <a:schemeClr val="lt1"/>
              </a:buClr>
              <a:buSzPts val="4800"/>
              <a:buNone/>
              <a:defRPr sz="4800">
                <a:solidFill>
                  <a:schemeClr val="lt1"/>
                </a:solidFill>
              </a:defRPr>
            </a:lvl9pPr>
          </a:lstStyle>
          <a:p>
            <a:endParaRPr/>
          </a:p>
        </p:txBody>
      </p:sp>
      <p:sp>
        <p:nvSpPr>
          <p:cNvPr id="88" name="Google Shape;88;p20"/>
          <p:cNvSpPr txBox="1">
            <a:spLocks noGrp="1"/>
          </p:cNvSpPr>
          <p:nvPr>
            <p:ph type="sldNum" idx="12"/>
          </p:nvPr>
        </p:nvSpPr>
        <p:spPr>
          <a:xfrm>
            <a:off x="8490250" y="4681009"/>
            <a:ext cx="548700" cy="393600"/>
          </a:xfrm>
          <a:prstGeom prst="rect">
            <a:avLst/>
          </a:prstGeom>
        </p:spPr>
        <p:txBody>
          <a:bodyPr spcFirstLastPara="1" wrap="square" lIns="91425" tIns="91425" rIns="91425" bIns="91425" anchor="ctr" anchorCtr="0">
            <a:noAutofit/>
          </a:bodyPr>
          <a:lstStyle>
            <a:lvl1pPr lvl="0" rtl="0">
              <a:buNone/>
              <a:defRPr>
                <a:solidFill>
                  <a:schemeClr val="lt1"/>
                </a:solidFill>
              </a:defRPr>
            </a:lvl1pPr>
            <a:lvl2pPr lvl="1" rtl="0">
              <a:buNone/>
              <a:defRPr>
                <a:solidFill>
                  <a:schemeClr val="lt1"/>
                </a:solidFill>
              </a:defRPr>
            </a:lvl2pPr>
            <a:lvl3pPr lvl="2" rtl="0">
              <a:buNone/>
              <a:defRPr>
                <a:solidFill>
                  <a:schemeClr val="lt1"/>
                </a:solidFill>
              </a:defRPr>
            </a:lvl3pPr>
            <a:lvl4pPr lvl="3" rtl="0">
              <a:buNone/>
              <a:defRPr>
                <a:solidFill>
                  <a:schemeClr val="lt1"/>
                </a:solidFill>
              </a:defRPr>
            </a:lvl4pPr>
            <a:lvl5pPr lvl="4" rtl="0">
              <a:buNone/>
              <a:defRPr>
                <a:solidFill>
                  <a:schemeClr val="lt1"/>
                </a:solidFill>
              </a:defRPr>
            </a:lvl5pPr>
            <a:lvl6pPr lvl="5" rtl="0">
              <a:buNone/>
              <a:defRPr>
                <a:solidFill>
                  <a:schemeClr val="lt1"/>
                </a:solidFill>
              </a:defRPr>
            </a:lvl6pPr>
            <a:lvl7pPr lvl="6" rtl="0">
              <a:buNone/>
              <a:defRPr>
                <a:solidFill>
                  <a:schemeClr val="lt1"/>
                </a:solidFill>
              </a:defRPr>
            </a:lvl7pPr>
            <a:lvl8pPr lvl="7" rtl="0">
              <a:buNone/>
              <a:defRPr>
                <a:solidFill>
                  <a:schemeClr val="lt1"/>
                </a:solidFill>
              </a:defRPr>
            </a:lvl8pPr>
            <a:lvl9pPr lvl="8" rtl="0">
              <a:buNone/>
              <a:defRPr>
                <a:solidFill>
                  <a:schemeClr val="lt1"/>
                </a:solidFill>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matchingName="Section title and description">
  <p:cSld name="SECTION_TITLE_AND_DESCRIPTION">
    <p:spTree>
      <p:nvGrpSpPr>
        <p:cNvPr id="1" name="Shape 89"/>
        <p:cNvGrpSpPr/>
        <p:nvPr/>
      </p:nvGrpSpPr>
      <p:grpSpPr>
        <a:xfrm>
          <a:off x="0" y="0"/>
          <a:ext cx="0" cy="0"/>
          <a:chOff x="0" y="0"/>
          <a:chExt cx="0" cy="0"/>
        </a:xfrm>
      </p:grpSpPr>
      <p:sp>
        <p:nvSpPr>
          <p:cNvPr id="90" name="Google Shape;90;p21"/>
          <p:cNvSpPr/>
          <p:nvPr/>
        </p:nvSpPr>
        <p:spPr>
          <a:xfrm>
            <a:off x="4572000" y="0"/>
            <a:ext cx="4572000" cy="5143500"/>
          </a:xfrm>
          <a:prstGeom prst="rect">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cxnSp>
        <p:nvCxnSpPr>
          <p:cNvPr id="91" name="Google Shape;91;p21"/>
          <p:cNvCxnSpPr/>
          <p:nvPr/>
        </p:nvCxnSpPr>
        <p:spPr>
          <a:xfrm>
            <a:off x="5029675" y="4495500"/>
            <a:ext cx="468300" cy="0"/>
          </a:xfrm>
          <a:prstGeom prst="straightConnector1">
            <a:avLst/>
          </a:prstGeom>
          <a:noFill/>
          <a:ln w="19050" cap="flat" cmpd="sng">
            <a:solidFill>
              <a:schemeClr val="lt1"/>
            </a:solidFill>
            <a:prstDash val="solid"/>
            <a:round/>
            <a:headEnd type="none" w="sm" len="sm"/>
            <a:tailEnd type="none" w="sm" len="sm"/>
          </a:ln>
        </p:spPr>
      </p:cxnSp>
      <p:sp>
        <p:nvSpPr>
          <p:cNvPr id="92" name="Google Shape;92;p21"/>
          <p:cNvSpPr txBox="1">
            <a:spLocks noGrp="1"/>
          </p:cNvSpPr>
          <p:nvPr>
            <p:ph type="title"/>
          </p:nvPr>
        </p:nvSpPr>
        <p:spPr>
          <a:xfrm>
            <a:off x="265500" y="1081400"/>
            <a:ext cx="4045200" cy="1710300"/>
          </a:xfrm>
          <a:prstGeom prst="rect">
            <a:avLst/>
          </a:prstGeom>
        </p:spPr>
        <p:txBody>
          <a:bodyPr spcFirstLastPara="1" wrap="square" lIns="91425" tIns="91425" rIns="91425" bIns="91425" anchor="b" anchorCtr="0">
            <a:noAutofit/>
          </a:bodyPr>
          <a:lstStyle>
            <a:lvl1pPr lvl="0" algn="ctr" rtl="0">
              <a:spcBef>
                <a:spcPts val="0"/>
              </a:spcBef>
              <a:spcAft>
                <a:spcPts val="0"/>
              </a:spcAft>
              <a:buSzPts val="4200"/>
              <a:buNone/>
              <a:defRPr sz="4200"/>
            </a:lvl1pPr>
            <a:lvl2pPr lvl="1" algn="ctr" rtl="0">
              <a:spcBef>
                <a:spcPts val="0"/>
              </a:spcBef>
              <a:spcAft>
                <a:spcPts val="0"/>
              </a:spcAft>
              <a:buSzPts val="4200"/>
              <a:buNone/>
              <a:defRPr sz="4200"/>
            </a:lvl2pPr>
            <a:lvl3pPr lvl="2" algn="ctr" rtl="0">
              <a:spcBef>
                <a:spcPts val="0"/>
              </a:spcBef>
              <a:spcAft>
                <a:spcPts val="0"/>
              </a:spcAft>
              <a:buSzPts val="4200"/>
              <a:buNone/>
              <a:defRPr sz="4200"/>
            </a:lvl3pPr>
            <a:lvl4pPr lvl="3" algn="ctr" rtl="0">
              <a:spcBef>
                <a:spcPts val="0"/>
              </a:spcBef>
              <a:spcAft>
                <a:spcPts val="0"/>
              </a:spcAft>
              <a:buSzPts val="4200"/>
              <a:buNone/>
              <a:defRPr sz="4200"/>
            </a:lvl4pPr>
            <a:lvl5pPr lvl="4" algn="ctr" rtl="0">
              <a:spcBef>
                <a:spcPts val="0"/>
              </a:spcBef>
              <a:spcAft>
                <a:spcPts val="0"/>
              </a:spcAft>
              <a:buSzPts val="4200"/>
              <a:buNone/>
              <a:defRPr sz="4200"/>
            </a:lvl5pPr>
            <a:lvl6pPr lvl="5" algn="ctr" rtl="0">
              <a:spcBef>
                <a:spcPts val="0"/>
              </a:spcBef>
              <a:spcAft>
                <a:spcPts val="0"/>
              </a:spcAft>
              <a:buSzPts val="4200"/>
              <a:buNone/>
              <a:defRPr sz="4200"/>
            </a:lvl6pPr>
            <a:lvl7pPr lvl="6" algn="ctr" rtl="0">
              <a:spcBef>
                <a:spcPts val="0"/>
              </a:spcBef>
              <a:spcAft>
                <a:spcPts val="0"/>
              </a:spcAft>
              <a:buSzPts val="4200"/>
              <a:buNone/>
              <a:defRPr sz="4200"/>
            </a:lvl7pPr>
            <a:lvl8pPr lvl="7" algn="ctr" rtl="0">
              <a:spcBef>
                <a:spcPts val="0"/>
              </a:spcBef>
              <a:spcAft>
                <a:spcPts val="0"/>
              </a:spcAft>
              <a:buSzPts val="4200"/>
              <a:buNone/>
              <a:defRPr sz="4200"/>
            </a:lvl8pPr>
            <a:lvl9pPr lvl="8" algn="ctr" rtl="0">
              <a:spcBef>
                <a:spcPts val="0"/>
              </a:spcBef>
              <a:spcAft>
                <a:spcPts val="0"/>
              </a:spcAft>
              <a:buSzPts val="4200"/>
              <a:buNone/>
              <a:defRPr sz="4200"/>
            </a:lvl9pPr>
          </a:lstStyle>
          <a:p>
            <a:endParaRPr/>
          </a:p>
        </p:txBody>
      </p:sp>
      <p:sp>
        <p:nvSpPr>
          <p:cNvPr id="93" name="Google Shape;93;p21"/>
          <p:cNvSpPr txBox="1">
            <a:spLocks noGrp="1"/>
          </p:cNvSpPr>
          <p:nvPr>
            <p:ph type="subTitle" idx="1"/>
          </p:nvPr>
        </p:nvSpPr>
        <p:spPr>
          <a:xfrm>
            <a:off x="265500" y="2845201"/>
            <a:ext cx="4045200" cy="1345500"/>
          </a:xfrm>
          <a:prstGeom prst="rect">
            <a:avLst/>
          </a:prstGeom>
        </p:spPr>
        <p:txBody>
          <a:bodyPr spcFirstLastPara="1" wrap="square" lIns="91425" tIns="91425" rIns="91425" bIns="91425" anchor="t" anchorCtr="0">
            <a:noAutofit/>
          </a:bodyPr>
          <a:lstStyle>
            <a:lvl1pPr lvl="0" algn="ctr" rtl="0">
              <a:lnSpc>
                <a:spcPct val="100000"/>
              </a:lnSpc>
              <a:spcBef>
                <a:spcPts val="0"/>
              </a:spcBef>
              <a:spcAft>
                <a:spcPts val="0"/>
              </a:spcAft>
              <a:buClr>
                <a:schemeClr val="dk1"/>
              </a:buClr>
              <a:buSzPts val="2100"/>
              <a:buNone/>
              <a:defRPr sz="2100">
                <a:solidFill>
                  <a:schemeClr val="dk1"/>
                </a:solidFill>
              </a:defRPr>
            </a:lvl1pPr>
            <a:lvl2pPr lvl="1" algn="ctr" rtl="0">
              <a:lnSpc>
                <a:spcPct val="100000"/>
              </a:lnSpc>
              <a:spcBef>
                <a:spcPts val="0"/>
              </a:spcBef>
              <a:spcAft>
                <a:spcPts val="0"/>
              </a:spcAft>
              <a:buClr>
                <a:schemeClr val="dk1"/>
              </a:buClr>
              <a:buSzPts val="2100"/>
              <a:buNone/>
              <a:defRPr sz="2100">
                <a:solidFill>
                  <a:schemeClr val="dk1"/>
                </a:solidFill>
              </a:defRPr>
            </a:lvl2pPr>
            <a:lvl3pPr lvl="2" algn="ctr" rtl="0">
              <a:lnSpc>
                <a:spcPct val="100000"/>
              </a:lnSpc>
              <a:spcBef>
                <a:spcPts val="0"/>
              </a:spcBef>
              <a:spcAft>
                <a:spcPts val="0"/>
              </a:spcAft>
              <a:buClr>
                <a:schemeClr val="dk1"/>
              </a:buClr>
              <a:buSzPts val="2100"/>
              <a:buNone/>
              <a:defRPr sz="2100">
                <a:solidFill>
                  <a:schemeClr val="dk1"/>
                </a:solidFill>
              </a:defRPr>
            </a:lvl3pPr>
            <a:lvl4pPr lvl="3" algn="ctr" rtl="0">
              <a:lnSpc>
                <a:spcPct val="100000"/>
              </a:lnSpc>
              <a:spcBef>
                <a:spcPts val="0"/>
              </a:spcBef>
              <a:spcAft>
                <a:spcPts val="0"/>
              </a:spcAft>
              <a:buClr>
                <a:schemeClr val="dk1"/>
              </a:buClr>
              <a:buSzPts val="2100"/>
              <a:buNone/>
              <a:defRPr sz="2100">
                <a:solidFill>
                  <a:schemeClr val="dk1"/>
                </a:solidFill>
              </a:defRPr>
            </a:lvl4pPr>
            <a:lvl5pPr lvl="4" algn="ctr" rtl="0">
              <a:lnSpc>
                <a:spcPct val="100000"/>
              </a:lnSpc>
              <a:spcBef>
                <a:spcPts val="0"/>
              </a:spcBef>
              <a:spcAft>
                <a:spcPts val="0"/>
              </a:spcAft>
              <a:buClr>
                <a:schemeClr val="dk1"/>
              </a:buClr>
              <a:buSzPts val="2100"/>
              <a:buNone/>
              <a:defRPr sz="2100">
                <a:solidFill>
                  <a:schemeClr val="dk1"/>
                </a:solidFill>
              </a:defRPr>
            </a:lvl5pPr>
            <a:lvl6pPr lvl="5" algn="ctr" rtl="0">
              <a:lnSpc>
                <a:spcPct val="100000"/>
              </a:lnSpc>
              <a:spcBef>
                <a:spcPts val="0"/>
              </a:spcBef>
              <a:spcAft>
                <a:spcPts val="0"/>
              </a:spcAft>
              <a:buClr>
                <a:schemeClr val="dk1"/>
              </a:buClr>
              <a:buSzPts val="2100"/>
              <a:buNone/>
              <a:defRPr sz="2100">
                <a:solidFill>
                  <a:schemeClr val="dk1"/>
                </a:solidFill>
              </a:defRPr>
            </a:lvl6pPr>
            <a:lvl7pPr lvl="6" algn="ctr" rtl="0">
              <a:lnSpc>
                <a:spcPct val="100000"/>
              </a:lnSpc>
              <a:spcBef>
                <a:spcPts val="0"/>
              </a:spcBef>
              <a:spcAft>
                <a:spcPts val="0"/>
              </a:spcAft>
              <a:buClr>
                <a:schemeClr val="dk1"/>
              </a:buClr>
              <a:buSzPts val="2100"/>
              <a:buNone/>
              <a:defRPr sz="2100">
                <a:solidFill>
                  <a:schemeClr val="dk1"/>
                </a:solidFill>
              </a:defRPr>
            </a:lvl7pPr>
            <a:lvl8pPr lvl="7" algn="ctr" rtl="0">
              <a:lnSpc>
                <a:spcPct val="100000"/>
              </a:lnSpc>
              <a:spcBef>
                <a:spcPts val="0"/>
              </a:spcBef>
              <a:spcAft>
                <a:spcPts val="0"/>
              </a:spcAft>
              <a:buClr>
                <a:schemeClr val="dk1"/>
              </a:buClr>
              <a:buSzPts val="2100"/>
              <a:buNone/>
              <a:defRPr sz="2100">
                <a:solidFill>
                  <a:schemeClr val="dk1"/>
                </a:solidFill>
              </a:defRPr>
            </a:lvl8pPr>
            <a:lvl9pPr lvl="8" algn="ctr" rtl="0">
              <a:lnSpc>
                <a:spcPct val="100000"/>
              </a:lnSpc>
              <a:spcBef>
                <a:spcPts val="0"/>
              </a:spcBef>
              <a:spcAft>
                <a:spcPts val="0"/>
              </a:spcAft>
              <a:buClr>
                <a:schemeClr val="dk1"/>
              </a:buClr>
              <a:buSzPts val="2100"/>
              <a:buNone/>
              <a:defRPr sz="2100">
                <a:solidFill>
                  <a:schemeClr val="dk1"/>
                </a:solidFill>
              </a:defRPr>
            </a:lvl9pPr>
          </a:lstStyle>
          <a:p>
            <a:endParaRPr/>
          </a:p>
        </p:txBody>
      </p:sp>
      <p:sp>
        <p:nvSpPr>
          <p:cNvPr id="94" name="Google Shape;94;p21"/>
          <p:cNvSpPr txBox="1">
            <a:spLocks noGrp="1"/>
          </p:cNvSpPr>
          <p:nvPr>
            <p:ph type="body" idx="2"/>
          </p:nvPr>
        </p:nvSpPr>
        <p:spPr>
          <a:xfrm>
            <a:off x="4939500" y="724200"/>
            <a:ext cx="3837000" cy="3695100"/>
          </a:xfrm>
          <a:prstGeom prst="rect">
            <a:avLst/>
          </a:prstGeom>
        </p:spPr>
        <p:txBody>
          <a:bodyPr spcFirstLastPara="1" wrap="square" lIns="91425" tIns="91425" rIns="91425" bIns="91425" anchor="ctr" anchorCtr="0">
            <a:noAutofit/>
          </a:bodyPr>
          <a:lstStyle>
            <a:lvl1pPr marL="457200" lvl="0" indent="-342900" rtl="0">
              <a:spcBef>
                <a:spcPts val="0"/>
              </a:spcBef>
              <a:spcAft>
                <a:spcPts val="0"/>
              </a:spcAft>
              <a:buClr>
                <a:schemeClr val="lt1"/>
              </a:buClr>
              <a:buSzPts val="1800"/>
              <a:buChar char="●"/>
              <a:defRPr>
                <a:solidFill>
                  <a:schemeClr val="lt1"/>
                </a:solidFill>
              </a:defRPr>
            </a:lvl1pPr>
            <a:lvl2pPr marL="914400" lvl="1" indent="-317500" rtl="0">
              <a:spcBef>
                <a:spcPts val="1600"/>
              </a:spcBef>
              <a:spcAft>
                <a:spcPts val="0"/>
              </a:spcAft>
              <a:buClr>
                <a:schemeClr val="lt1"/>
              </a:buClr>
              <a:buSzPts val="1400"/>
              <a:buChar char="○"/>
              <a:defRPr>
                <a:solidFill>
                  <a:schemeClr val="lt1"/>
                </a:solidFill>
              </a:defRPr>
            </a:lvl2pPr>
            <a:lvl3pPr marL="1371600" lvl="2" indent="-317500" rtl="0">
              <a:spcBef>
                <a:spcPts val="1600"/>
              </a:spcBef>
              <a:spcAft>
                <a:spcPts val="0"/>
              </a:spcAft>
              <a:buClr>
                <a:schemeClr val="lt1"/>
              </a:buClr>
              <a:buSzPts val="1400"/>
              <a:buChar char="■"/>
              <a:defRPr>
                <a:solidFill>
                  <a:schemeClr val="lt1"/>
                </a:solidFill>
              </a:defRPr>
            </a:lvl3pPr>
            <a:lvl4pPr marL="1828800" lvl="3" indent="-317500" rtl="0">
              <a:spcBef>
                <a:spcPts val="1600"/>
              </a:spcBef>
              <a:spcAft>
                <a:spcPts val="0"/>
              </a:spcAft>
              <a:buClr>
                <a:schemeClr val="lt1"/>
              </a:buClr>
              <a:buSzPts val="1400"/>
              <a:buChar char="●"/>
              <a:defRPr>
                <a:solidFill>
                  <a:schemeClr val="lt1"/>
                </a:solidFill>
              </a:defRPr>
            </a:lvl4pPr>
            <a:lvl5pPr marL="2286000" lvl="4" indent="-317500" rtl="0">
              <a:spcBef>
                <a:spcPts val="1600"/>
              </a:spcBef>
              <a:spcAft>
                <a:spcPts val="0"/>
              </a:spcAft>
              <a:buClr>
                <a:schemeClr val="lt1"/>
              </a:buClr>
              <a:buSzPts val="1400"/>
              <a:buChar char="○"/>
              <a:defRPr>
                <a:solidFill>
                  <a:schemeClr val="lt1"/>
                </a:solidFill>
              </a:defRPr>
            </a:lvl5pPr>
            <a:lvl6pPr marL="2743200" lvl="5" indent="-317500" rtl="0">
              <a:spcBef>
                <a:spcPts val="1600"/>
              </a:spcBef>
              <a:spcAft>
                <a:spcPts val="0"/>
              </a:spcAft>
              <a:buClr>
                <a:schemeClr val="lt1"/>
              </a:buClr>
              <a:buSzPts val="1400"/>
              <a:buChar char="■"/>
              <a:defRPr>
                <a:solidFill>
                  <a:schemeClr val="lt1"/>
                </a:solidFill>
              </a:defRPr>
            </a:lvl6pPr>
            <a:lvl7pPr marL="3200400" lvl="6" indent="-317500" rtl="0">
              <a:spcBef>
                <a:spcPts val="1600"/>
              </a:spcBef>
              <a:spcAft>
                <a:spcPts val="0"/>
              </a:spcAft>
              <a:buClr>
                <a:schemeClr val="lt1"/>
              </a:buClr>
              <a:buSzPts val="1400"/>
              <a:buChar char="●"/>
              <a:defRPr>
                <a:solidFill>
                  <a:schemeClr val="lt1"/>
                </a:solidFill>
              </a:defRPr>
            </a:lvl7pPr>
            <a:lvl8pPr marL="3657600" lvl="7" indent="-317500" rtl="0">
              <a:spcBef>
                <a:spcPts val="1600"/>
              </a:spcBef>
              <a:spcAft>
                <a:spcPts val="0"/>
              </a:spcAft>
              <a:buClr>
                <a:schemeClr val="lt1"/>
              </a:buClr>
              <a:buSzPts val="1400"/>
              <a:buChar char="○"/>
              <a:defRPr>
                <a:solidFill>
                  <a:schemeClr val="lt1"/>
                </a:solidFill>
              </a:defRPr>
            </a:lvl8pPr>
            <a:lvl9pPr marL="4114800" lvl="8" indent="-317500" rtl="0">
              <a:spcBef>
                <a:spcPts val="1600"/>
              </a:spcBef>
              <a:spcAft>
                <a:spcPts val="1600"/>
              </a:spcAft>
              <a:buClr>
                <a:schemeClr val="lt1"/>
              </a:buClr>
              <a:buSzPts val="1400"/>
              <a:buChar char="■"/>
              <a:defRPr>
                <a:solidFill>
                  <a:schemeClr val="lt1"/>
                </a:solidFill>
              </a:defRPr>
            </a:lvl9pPr>
          </a:lstStyle>
          <a:p>
            <a:endParaRPr/>
          </a:p>
        </p:txBody>
      </p:sp>
      <p:sp>
        <p:nvSpPr>
          <p:cNvPr id="95" name="Google Shape;95;p21"/>
          <p:cNvSpPr txBox="1">
            <a:spLocks noGrp="1"/>
          </p:cNvSpPr>
          <p:nvPr>
            <p:ph type="sldNum" idx="12"/>
          </p:nvPr>
        </p:nvSpPr>
        <p:spPr>
          <a:xfrm>
            <a:off x="8490250" y="4681009"/>
            <a:ext cx="548700" cy="393600"/>
          </a:xfrm>
          <a:prstGeom prst="rect">
            <a:avLst/>
          </a:prstGeom>
        </p:spPr>
        <p:txBody>
          <a:bodyPr spcFirstLastPara="1" wrap="square" lIns="91425" tIns="91425" rIns="91425" bIns="91425" anchor="ctr" anchorCtr="0">
            <a:noAutofit/>
          </a:bodyPr>
          <a:lstStyle>
            <a:lvl1pPr lvl="0" rtl="0">
              <a:buNone/>
              <a:defRPr>
                <a:solidFill>
                  <a:schemeClr val="lt1"/>
                </a:solidFill>
              </a:defRPr>
            </a:lvl1pPr>
            <a:lvl2pPr lvl="1" rtl="0">
              <a:buNone/>
              <a:defRPr>
                <a:solidFill>
                  <a:schemeClr val="lt1"/>
                </a:solidFill>
              </a:defRPr>
            </a:lvl2pPr>
            <a:lvl3pPr lvl="2" rtl="0">
              <a:buNone/>
              <a:defRPr>
                <a:solidFill>
                  <a:schemeClr val="lt1"/>
                </a:solidFill>
              </a:defRPr>
            </a:lvl3pPr>
            <a:lvl4pPr lvl="3" rtl="0">
              <a:buNone/>
              <a:defRPr>
                <a:solidFill>
                  <a:schemeClr val="lt1"/>
                </a:solidFill>
              </a:defRPr>
            </a:lvl4pPr>
            <a:lvl5pPr lvl="4" rtl="0">
              <a:buNone/>
              <a:defRPr>
                <a:solidFill>
                  <a:schemeClr val="lt1"/>
                </a:solidFill>
              </a:defRPr>
            </a:lvl5pPr>
            <a:lvl6pPr lvl="5" rtl="0">
              <a:buNone/>
              <a:defRPr>
                <a:solidFill>
                  <a:schemeClr val="lt1"/>
                </a:solidFill>
              </a:defRPr>
            </a:lvl6pPr>
            <a:lvl7pPr lvl="6" rtl="0">
              <a:buNone/>
              <a:defRPr>
                <a:solidFill>
                  <a:schemeClr val="lt1"/>
                </a:solidFill>
              </a:defRPr>
            </a:lvl7pPr>
            <a:lvl8pPr lvl="7" rtl="0">
              <a:buNone/>
              <a:defRPr>
                <a:solidFill>
                  <a:schemeClr val="lt1"/>
                </a:solidFill>
              </a:defRPr>
            </a:lvl8pPr>
            <a:lvl9pPr lvl="8" rtl="0">
              <a:buNone/>
              <a:defRPr>
                <a:solidFill>
                  <a:schemeClr val="lt1"/>
                </a:solidFill>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matchingName="Caption">
  <p:cSld name="CAPTION_ONLY">
    <p:spTree>
      <p:nvGrpSpPr>
        <p:cNvPr id="1" name="Shape 96"/>
        <p:cNvGrpSpPr/>
        <p:nvPr/>
      </p:nvGrpSpPr>
      <p:grpSpPr>
        <a:xfrm>
          <a:off x="0" y="0"/>
          <a:ext cx="0" cy="0"/>
          <a:chOff x="0" y="0"/>
          <a:chExt cx="0" cy="0"/>
        </a:xfrm>
      </p:grpSpPr>
      <p:sp>
        <p:nvSpPr>
          <p:cNvPr id="97" name="Google Shape;97;p22"/>
          <p:cNvSpPr txBox="1">
            <a:spLocks noGrp="1"/>
          </p:cNvSpPr>
          <p:nvPr>
            <p:ph type="body" idx="1"/>
          </p:nvPr>
        </p:nvSpPr>
        <p:spPr>
          <a:xfrm>
            <a:off x="311700" y="4230575"/>
            <a:ext cx="5998800" cy="605100"/>
          </a:xfrm>
          <a:prstGeom prst="rect">
            <a:avLst/>
          </a:prstGeom>
        </p:spPr>
        <p:txBody>
          <a:bodyPr spcFirstLastPara="1" wrap="square" lIns="91425" tIns="91425" rIns="91425" bIns="91425" anchor="ctr" anchorCtr="0">
            <a:noAutofit/>
          </a:bodyPr>
          <a:lstStyle>
            <a:lvl1pPr marL="457200" lvl="0" indent="-228600" rtl="0">
              <a:lnSpc>
                <a:spcPct val="100000"/>
              </a:lnSpc>
              <a:spcBef>
                <a:spcPts val="0"/>
              </a:spcBef>
              <a:spcAft>
                <a:spcPts val="0"/>
              </a:spcAft>
              <a:buClr>
                <a:schemeClr val="dk1"/>
              </a:buClr>
              <a:buSzPts val="2100"/>
              <a:buFont typeface="Oswald"/>
              <a:buNone/>
              <a:defRPr sz="2100">
                <a:solidFill>
                  <a:schemeClr val="dk1"/>
                </a:solidFill>
                <a:latin typeface="Oswald"/>
                <a:ea typeface="Oswald"/>
                <a:cs typeface="Oswald"/>
                <a:sym typeface="Oswald"/>
              </a:defRPr>
            </a:lvl1pPr>
          </a:lstStyle>
          <a:p>
            <a:endParaRPr/>
          </a:p>
        </p:txBody>
      </p:sp>
      <p:sp>
        <p:nvSpPr>
          <p:cNvPr id="98" name="Google Shape;98;p22"/>
          <p:cNvSpPr txBox="1">
            <a:spLocks noGrp="1"/>
          </p:cNvSpPr>
          <p:nvPr>
            <p:ph type="sldNum" idx="12"/>
          </p:nvPr>
        </p:nvSpPr>
        <p:spPr>
          <a:xfrm>
            <a:off x="8490250" y="4681009"/>
            <a:ext cx="548700" cy="393600"/>
          </a:xfrm>
          <a:prstGeom prst="rect">
            <a:avLst/>
          </a:prstGeom>
        </p:spPr>
        <p:txBody>
          <a:bodyPr spcFirstLastPara="1" wrap="square" lIns="91425" tIns="91425" rIns="91425" bIns="91425" anchor="ctr" anchorCtr="0">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matchingName="Big number">
  <p:cSld name="BIG_NUMBER">
    <p:spTree>
      <p:nvGrpSpPr>
        <p:cNvPr id="1" name="Shape 99"/>
        <p:cNvGrpSpPr/>
        <p:nvPr/>
      </p:nvGrpSpPr>
      <p:grpSpPr>
        <a:xfrm>
          <a:off x="0" y="0"/>
          <a:ext cx="0" cy="0"/>
          <a:chOff x="0" y="0"/>
          <a:chExt cx="0" cy="0"/>
        </a:xfrm>
      </p:grpSpPr>
      <p:sp>
        <p:nvSpPr>
          <p:cNvPr id="100" name="Google Shape;100;p23"/>
          <p:cNvSpPr txBox="1">
            <a:spLocks noGrp="1"/>
          </p:cNvSpPr>
          <p:nvPr>
            <p:ph type="title" hasCustomPrompt="1"/>
          </p:nvPr>
        </p:nvSpPr>
        <p:spPr>
          <a:xfrm>
            <a:off x="311700" y="1255275"/>
            <a:ext cx="8520600" cy="1890600"/>
          </a:xfrm>
          <a:prstGeom prst="rect">
            <a:avLst/>
          </a:prstGeom>
        </p:spPr>
        <p:txBody>
          <a:bodyPr spcFirstLastPara="1" wrap="square" lIns="91425" tIns="91425" rIns="91425" bIns="91425" anchor="b" anchorCtr="0">
            <a:noAutofit/>
          </a:bodyPr>
          <a:lstStyle>
            <a:lvl1pPr lvl="0" algn="ctr" rtl="0">
              <a:spcBef>
                <a:spcPts val="0"/>
              </a:spcBef>
              <a:spcAft>
                <a:spcPts val="0"/>
              </a:spcAft>
              <a:buSzPts val="12000"/>
              <a:buNone/>
              <a:defRPr sz="12000"/>
            </a:lvl1pPr>
            <a:lvl2pPr lvl="1" algn="ctr" rtl="0">
              <a:spcBef>
                <a:spcPts val="0"/>
              </a:spcBef>
              <a:spcAft>
                <a:spcPts val="0"/>
              </a:spcAft>
              <a:buSzPts val="12000"/>
              <a:buNone/>
              <a:defRPr sz="12000"/>
            </a:lvl2pPr>
            <a:lvl3pPr lvl="2" algn="ctr" rtl="0">
              <a:spcBef>
                <a:spcPts val="0"/>
              </a:spcBef>
              <a:spcAft>
                <a:spcPts val="0"/>
              </a:spcAft>
              <a:buSzPts val="12000"/>
              <a:buNone/>
              <a:defRPr sz="12000"/>
            </a:lvl3pPr>
            <a:lvl4pPr lvl="3" algn="ctr" rtl="0">
              <a:spcBef>
                <a:spcPts val="0"/>
              </a:spcBef>
              <a:spcAft>
                <a:spcPts val="0"/>
              </a:spcAft>
              <a:buSzPts val="12000"/>
              <a:buNone/>
              <a:defRPr sz="12000"/>
            </a:lvl4pPr>
            <a:lvl5pPr lvl="4" algn="ctr" rtl="0">
              <a:spcBef>
                <a:spcPts val="0"/>
              </a:spcBef>
              <a:spcAft>
                <a:spcPts val="0"/>
              </a:spcAft>
              <a:buSzPts val="12000"/>
              <a:buNone/>
              <a:defRPr sz="12000"/>
            </a:lvl5pPr>
            <a:lvl6pPr lvl="5" algn="ctr" rtl="0">
              <a:spcBef>
                <a:spcPts val="0"/>
              </a:spcBef>
              <a:spcAft>
                <a:spcPts val="0"/>
              </a:spcAft>
              <a:buSzPts val="12000"/>
              <a:buNone/>
              <a:defRPr sz="12000"/>
            </a:lvl6pPr>
            <a:lvl7pPr lvl="6" algn="ctr" rtl="0">
              <a:spcBef>
                <a:spcPts val="0"/>
              </a:spcBef>
              <a:spcAft>
                <a:spcPts val="0"/>
              </a:spcAft>
              <a:buSzPts val="12000"/>
              <a:buNone/>
              <a:defRPr sz="12000"/>
            </a:lvl7pPr>
            <a:lvl8pPr lvl="7" algn="ctr" rtl="0">
              <a:spcBef>
                <a:spcPts val="0"/>
              </a:spcBef>
              <a:spcAft>
                <a:spcPts val="0"/>
              </a:spcAft>
              <a:buSzPts val="12000"/>
              <a:buNone/>
              <a:defRPr sz="12000"/>
            </a:lvl8pPr>
            <a:lvl9pPr lvl="8" algn="ctr" rtl="0">
              <a:spcBef>
                <a:spcPts val="0"/>
              </a:spcBef>
              <a:spcAft>
                <a:spcPts val="0"/>
              </a:spcAft>
              <a:buSzPts val="12000"/>
              <a:buNone/>
              <a:defRPr sz="12000"/>
            </a:lvl9pPr>
          </a:lstStyle>
          <a:p>
            <a:r>
              <a:t>xx%</a:t>
            </a:r>
          </a:p>
        </p:txBody>
      </p:sp>
      <p:sp>
        <p:nvSpPr>
          <p:cNvPr id="101" name="Google Shape;101;p23"/>
          <p:cNvSpPr txBox="1">
            <a:spLocks noGrp="1"/>
          </p:cNvSpPr>
          <p:nvPr>
            <p:ph type="body" idx="1"/>
          </p:nvPr>
        </p:nvSpPr>
        <p:spPr>
          <a:xfrm>
            <a:off x="311700" y="3228425"/>
            <a:ext cx="8520600" cy="1300800"/>
          </a:xfrm>
          <a:prstGeom prst="rect">
            <a:avLst/>
          </a:prstGeom>
        </p:spPr>
        <p:txBody>
          <a:bodyPr spcFirstLastPara="1" wrap="square" lIns="91425" tIns="91425" rIns="91425" bIns="91425" anchor="t" anchorCtr="0">
            <a:noAutofit/>
          </a:bodyPr>
          <a:lstStyle>
            <a:lvl1pPr marL="457200" lvl="0" indent="-342900" algn="ctr" rtl="0">
              <a:spcBef>
                <a:spcPts val="0"/>
              </a:spcBef>
              <a:spcAft>
                <a:spcPts val="0"/>
              </a:spcAft>
              <a:buSzPts val="1800"/>
              <a:buChar char="●"/>
              <a:defRPr/>
            </a:lvl1pPr>
            <a:lvl2pPr marL="914400" lvl="1" indent="-317500" algn="ctr" rtl="0">
              <a:spcBef>
                <a:spcPts val="1600"/>
              </a:spcBef>
              <a:spcAft>
                <a:spcPts val="0"/>
              </a:spcAft>
              <a:buSzPts val="1400"/>
              <a:buChar char="○"/>
              <a:defRPr/>
            </a:lvl2pPr>
            <a:lvl3pPr marL="1371600" lvl="2" indent="-317500" algn="ctr" rtl="0">
              <a:spcBef>
                <a:spcPts val="1600"/>
              </a:spcBef>
              <a:spcAft>
                <a:spcPts val="0"/>
              </a:spcAft>
              <a:buSzPts val="1400"/>
              <a:buChar char="■"/>
              <a:defRPr/>
            </a:lvl3pPr>
            <a:lvl4pPr marL="1828800" lvl="3" indent="-317500" algn="ctr" rtl="0">
              <a:spcBef>
                <a:spcPts val="1600"/>
              </a:spcBef>
              <a:spcAft>
                <a:spcPts val="0"/>
              </a:spcAft>
              <a:buSzPts val="1400"/>
              <a:buChar char="●"/>
              <a:defRPr/>
            </a:lvl4pPr>
            <a:lvl5pPr marL="2286000" lvl="4" indent="-317500" algn="ctr" rtl="0">
              <a:spcBef>
                <a:spcPts val="1600"/>
              </a:spcBef>
              <a:spcAft>
                <a:spcPts val="0"/>
              </a:spcAft>
              <a:buSzPts val="1400"/>
              <a:buChar char="○"/>
              <a:defRPr/>
            </a:lvl5pPr>
            <a:lvl6pPr marL="2743200" lvl="5" indent="-317500" algn="ctr" rtl="0">
              <a:spcBef>
                <a:spcPts val="1600"/>
              </a:spcBef>
              <a:spcAft>
                <a:spcPts val="0"/>
              </a:spcAft>
              <a:buSzPts val="1400"/>
              <a:buChar char="■"/>
              <a:defRPr/>
            </a:lvl6pPr>
            <a:lvl7pPr marL="3200400" lvl="6" indent="-317500" algn="ctr" rtl="0">
              <a:spcBef>
                <a:spcPts val="1600"/>
              </a:spcBef>
              <a:spcAft>
                <a:spcPts val="0"/>
              </a:spcAft>
              <a:buSzPts val="1400"/>
              <a:buChar char="●"/>
              <a:defRPr/>
            </a:lvl7pPr>
            <a:lvl8pPr marL="3657600" lvl="7" indent="-317500" algn="ctr" rtl="0">
              <a:spcBef>
                <a:spcPts val="1600"/>
              </a:spcBef>
              <a:spcAft>
                <a:spcPts val="0"/>
              </a:spcAft>
              <a:buSzPts val="1400"/>
              <a:buChar char="○"/>
              <a:defRPr/>
            </a:lvl8pPr>
            <a:lvl9pPr marL="4114800" lvl="8" indent="-317500" algn="ctr" rtl="0">
              <a:spcBef>
                <a:spcPts val="1600"/>
              </a:spcBef>
              <a:spcAft>
                <a:spcPts val="1600"/>
              </a:spcAft>
              <a:buSzPts val="1400"/>
              <a:buChar char="■"/>
              <a:defRPr/>
            </a:lvl9pPr>
          </a:lstStyle>
          <a:p>
            <a:endParaRPr/>
          </a:p>
        </p:txBody>
      </p:sp>
      <p:sp>
        <p:nvSpPr>
          <p:cNvPr id="102" name="Google Shape;102;p23"/>
          <p:cNvSpPr txBox="1">
            <a:spLocks noGrp="1"/>
          </p:cNvSpPr>
          <p:nvPr>
            <p:ph type="sldNum" idx="12"/>
          </p:nvPr>
        </p:nvSpPr>
        <p:spPr>
          <a:xfrm>
            <a:off x="8490250" y="4681009"/>
            <a:ext cx="548700" cy="393600"/>
          </a:xfrm>
          <a:prstGeom prst="rect">
            <a:avLst/>
          </a:prstGeom>
        </p:spPr>
        <p:txBody>
          <a:bodyPr spcFirstLastPara="1" wrap="square" lIns="91425" tIns="91425" rIns="91425" bIns="91425" anchor="ctr" anchorCtr="0">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103"/>
        <p:cNvGrpSpPr/>
        <p:nvPr/>
      </p:nvGrpSpPr>
      <p:grpSpPr>
        <a:xfrm>
          <a:off x="0" y="0"/>
          <a:ext cx="0" cy="0"/>
          <a:chOff x="0" y="0"/>
          <a:chExt cx="0" cy="0"/>
        </a:xfrm>
      </p:grpSpPr>
      <p:sp>
        <p:nvSpPr>
          <p:cNvPr id="104" name="Google Shape;104;p24"/>
          <p:cNvSpPr txBox="1">
            <a:spLocks noGrp="1"/>
          </p:cNvSpPr>
          <p:nvPr>
            <p:ph type="sldNum" idx="12"/>
          </p:nvPr>
        </p:nvSpPr>
        <p:spPr>
          <a:xfrm>
            <a:off x="8490250" y="4681009"/>
            <a:ext cx="548700" cy="393600"/>
          </a:xfrm>
          <a:prstGeom prst="rect">
            <a:avLst/>
          </a:prstGeom>
        </p:spPr>
        <p:txBody>
          <a:bodyPr spcFirstLastPara="1" wrap="square" lIns="91425" tIns="91425" rIns="91425" bIns="91425" anchor="ctr" anchorCtr="0">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19.xml"/><Relationship Id="rId3" Type="http://schemas.openxmlformats.org/officeDocument/2006/relationships/slideLayout" Target="../slideLayouts/slideLayout14.xml"/><Relationship Id="rId7" Type="http://schemas.openxmlformats.org/officeDocument/2006/relationships/slideLayout" Target="../slideLayouts/slideLayout18.xml"/><Relationship Id="rId12" Type="http://schemas.openxmlformats.org/officeDocument/2006/relationships/theme" Target="../theme/theme2.xml"/><Relationship Id="rId2" Type="http://schemas.openxmlformats.org/officeDocument/2006/relationships/slideLayout" Target="../slideLayouts/slideLayout13.xml"/><Relationship Id="rId1" Type="http://schemas.openxmlformats.org/officeDocument/2006/relationships/slideLayout" Target="../slideLayouts/slideLayout12.xml"/><Relationship Id="rId6" Type="http://schemas.openxmlformats.org/officeDocument/2006/relationships/slideLayout" Target="../slideLayouts/slideLayout17.xml"/><Relationship Id="rId11" Type="http://schemas.openxmlformats.org/officeDocument/2006/relationships/slideLayout" Target="../slideLayouts/slideLayout22.xml"/><Relationship Id="rId5" Type="http://schemas.openxmlformats.org/officeDocument/2006/relationships/slideLayout" Target="../slideLayouts/slideLayout16.xml"/><Relationship Id="rId10" Type="http://schemas.openxmlformats.org/officeDocument/2006/relationships/slideLayout" Target="../slideLayouts/slideLayout21.xml"/><Relationship Id="rId4" Type="http://schemas.openxmlformats.org/officeDocument/2006/relationships/slideLayout" Target="../slideLayouts/slideLayout15.xml"/><Relationship Id="rId9" Type="http://schemas.openxmlformats.org/officeDocument/2006/relationships/slideLayout" Target="../slideLayouts/slideLayout20.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name="slate">
    <p:bg>
      <p:bgPr>
        <a:solidFill>
          <a:schemeClr val="lt1"/>
        </a:solidFill>
        <a:effectLst/>
      </p:bgPr>
    </p:bg>
    <p:spTree>
      <p:nvGrpSpPr>
        <p:cNvPr id="1" name="Shape 5"/>
        <p:cNvGrpSpPr/>
        <p:nvPr/>
      </p:nvGrpSpPr>
      <p:grpSpPr>
        <a:xfrm>
          <a:off x="0" y="0"/>
          <a:ext cx="0" cy="0"/>
          <a:chOff x="0" y="0"/>
          <a:chExt cx="0" cy="0"/>
        </a:xfrm>
      </p:grpSpPr>
      <p:sp>
        <p:nvSpPr>
          <p:cNvPr id="6" name="Google Shape;6;p1"/>
          <p:cNvSpPr txBox="1">
            <a:spLocks noGrp="1"/>
          </p:cNvSpPr>
          <p:nvPr>
            <p:ph type="title"/>
          </p:nvPr>
        </p:nvSpPr>
        <p:spPr>
          <a:xfrm>
            <a:off x="311700" y="445025"/>
            <a:ext cx="8520600" cy="572700"/>
          </a:xfrm>
          <a:prstGeom prst="rect">
            <a:avLst/>
          </a:prstGeom>
          <a:noFill/>
          <a:ln>
            <a:noFill/>
          </a:ln>
        </p:spPr>
        <p:txBody>
          <a:bodyPr spcFirstLastPara="1" wrap="square" lIns="91425" tIns="91425" rIns="91425" bIns="91425" anchor="t" anchorCtr="0">
            <a:normAutofit/>
          </a:bodyPr>
          <a:lstStyle>
            <a:lvl1pPr lvl="0">
              <a:spcBef>
                <a:spcPts val="0"/>
              </a:spcBef>
              <a:spcAft>
                <a:spcPts val="0"/>
              </a:spcAft>
              <a:buClr>
                <a:schemeClr val="dk1"/>
              </a:buClr>
              <a:buSzPts val="3000"/>
              <a:buFont typeface="Oswald"/>
              <a:buNone/>
              <a:defRPr sz="3000">
                <a:solidFill>
                  <a:schemeClr val="dk1"/>
                </a:solidFill>
                <a:latin typeface="Oswald"/>
                <a:ea typeface="Oswald"/>
                <a:cs typeface="Oswald"/>
                <a:sym typeface="Oswald"/>
              </a:defRPr>
            </a:lvl1pPr>
            <a:lvl2pPr lvl="1">
              <a:spcBef>
                <a:spcPts val="0"/>
              </a:spcBef>
              <a:spcAft>
                <a:spcPts val="0"/>
              </a:spcAft>
              <a:buClr>
                <a:schemeClr val="dk1"/>
              </a:buClr>
              <a:buSzPts val="3000"/>
              <a:buFont typeface="Oswald"/>
              <a:buNone/>
              <a:defRPr sz="3000">
                <a:solidFill>
                  <a:schemeClr val="dk1"/>
                </a:solidFill>
                <a:latin typeface="Oswald"/>
                <a:ea typeface="Oswald"/>
                <a:cs typeface="Oswald"/>
                <a:sym typeface="Oswald"/>
              </a:defRPr>
            </a:lvl2pPr>
            <a:lvl3pPr lvl="2">
              <a:spcBef>
                <a:spcPts val="0"/>
              </a:spcBef>
              <a:spcAft>
                <a:spcPts val="0"/>
              </a:spcAft>
              <a:buClr>
                <a:schemeClr val="dk1"/>
              </a:buClr>
              <a:buSzPts val="3000"/>
              <a:buFont typeface="Oswald"/>
              <a:buNone/>
              <a:defRPr sz="3000">
                <a:solidFill>
                  <a:schemeClr val="dk1"/>
                </a:solidFill>
                <a:latin typeface="Oswald"/>
                <a:ea typeface="Oswald"/>
                <a:cs typeface="Oswald"/>
                <a:sym typeface="Oswald"/>
              </a:defRPr>
            </a:lvl3pPr>
            <a:lvl4pPr lvl="3">
              <a:spcBef>
                <a:spcPts val="0"/>
              </a:spcBef>
              <a:spcAft>
                <a:spcPts val="0"/>
              </a:spcAft>
              <a:buClr>
                <a:schemeClr val="dk1"/>
              </a:buClr>
              <a:buSzPts val="3000"/>
              <a:buFont typeface="Oswald"/>
              <a:buNone/>
              <a:defRPr sz="3000">
                <a:solidFill>
                  <a:schemeClr val="dk1"/>
                </a:solidFill>
                <a:latin typeface="Oswald"/>
                <a:ea typeface="Oswald"/>
                <a:cs typeface="Oswald"/>
                <a:sym typeface="Oswald"/>
              </a:defRPr>
            </a:lvl4pPr>
            <a:lvl5pPr lvl="4">
              <a:spcBef>
                <a:spcPts val="0"/>
              </a:spcBef>
              <a:spcAft>
                <a:spcPts val="0"/>
              </a:spcAft>
              <a:buClr>
                <a:schemeClr val="dk1"/>
              </a:buClr>
              <a:buSzPts val="3000"/>
              <a:buFont typeface="Oswald"/>
              <a:buNone/>
              <a:defRPr sz="3000">
                <a:solidFill>
                  <a:schemeClr val="dk1"/>
                </a:solidFill>
                <a:latin typeface="Oswald"/>
                <a:ea typeface="Oswald"/>
                <a:cs typeface="Oswald"/>
                <a:sym typeface="Oswald"/>
              </a:defRPr>
            </a:lvl5pPr>
            <a:lvl6pPr lvl="5">
              <a:spcBef>
                <a:spcPts val="0"/>
              </a:spcBef>
              <a:spcAft>
                <a:spcPts val="0"/>
              </a:spcAft>
              <a:buClr>
                <a:schemeClr val="dk1"/>
              </a:buClr>
              <a:buSzPts val="3000"/>
              <a:buFont typeface="Oswald"/>
              <a:buNone/>
              <a:defRPr sz="3000">
                <a:solidFill>
                  <a:schemeClr val="dk1"/>
                </a:solidFill>
                <a:latin typeface="Oswald"/>
                <a:ea typeface="Oswald"/>
                <a:cs typeface="Oswald"/>
                <a:sym typeface="Oswald"/>
              </a:defRPr>
            </a:lvl6pPr>
            <a:lvl7pPr lvl="6">
              <a:spcBef>
                <a:spcPts val="0"/>
              </a:spcBef>
              <a:spcAft>
                <a:spcPts val="0"/>
              </a:spcAft>
              <a:buClr>
                <a:schemeClr val="dk1"/>
              </a:buClr>
              <a:buSzPts val="3000"/>
              <a:buFont typeface="Oswald"/>
              <a:buNone/>
              <a:defRPr sz="3000">
                <a:solidFill>
                  <a:schemeClr val="dk1"/>
                </a:solidFill>
                <a:latin typeface="Oswald"/>
                <a:ea typeface="Oswald"/>
                <a:cs typeface="Oswald"/>
                <a:sym typeface="Oswald"/>
              </a:defRPr>
            </a:lvl7pPr>
            <a:lvl8pPr lvl="7">
              <a:spcBef>
                <a:spcPts val="0"/>
              </a:spcBef>
              <a:spcAft>
                <a:spcPts val="0"/>
              </a:spcAft>
              <a:buClr>
                <a:schemeClr val="dk1"/>
              </a:buClr>
              <a:buSzPts val="3000"/>
              <a:buFont typeface="Oswald"/>
              <a:buNone/>
              <a:defRPr sz="3000">
                <a:solidFill>
                  <a:schemeClr val="dk1"/>
                </a:solidFill>
                <a:latin typeface="Oswald"/>
                <a:ea typeface="Oswald"/>
                <a:cs typeface="Oswald"/>
                <a:sym typeface="Oswald"/>
              </a:defRPr>
            </a:lvl8pPr>
            <a:lvl9pPr lvl="8">
              <a:spcBef>
                <a:spcPts val="0"/>
              </a:spcBef>
              <a:spcAft>
                <a:spcPts val="0"/>
              </a:spcAft>
              <a:buClr>
                <a:schemeClr val="dk1"/>
              </a:buClr>
              <a:buSzPts val="3000"/>
              <a:buFont typeface="Oswald"/>
              <a:buNone/>
              <a:defRPr sz="3000">
                <a:solidFill>
                  <a:schemeClr val="dk1"/>
                </a:solidFill>
                <a:latin typeface="Oswald"/>
                <a:ea typeface="Oswald"/>
                <a:cs typeface="Oswald"/>
                <a:sym typeface="Oswald"/>
              </a:defRPr>
            </a:lvl9pPr>
          </a:lstStyle>
          <a:p>
            <a:endParaRPr/>
          </a:p>
        </p:txBody>
      </p:sp>
      <p:sp>
        <p:nvSpPr>
          <p:cNvPr id="7" name="Google Shape;7;p1"/>
          <p:cNvSpPr txBox="1">
            <a:spLocks noGrp="1"/>
          </p:cNvSpPr>
          <p:nvPr>
            <p:ph type="body" idx="1"/>
          </p:nvPr>
        </p:nvSpPr>
        <p:spPr>
          <a:xfrm>
            <a:off x="311700" y="1152475"/>
            <a:ext cx="8520600" cy="3416400"/>
          </a:xfrm>
          <a:prstGeom prst="rect">
            <a:avLst/>
          </a:prstGeom>
          <a:noFill/>
          <a:ln>
            <a:noFill/>
          </a:ln>
        </p:spPr>
        <p:txBody>
          <a:bodyPr spcFirstLastPara="1" wrap="square" lIns="91425" tIns="91425" rIns="91425" bIns="91425" anchor="t" anchorCtr="0">
            <a:normAutofit/>
          </a:bodyPr>
          <a:lstStyle>
            <a:lvl1pPr marL="457200" lvl="0" indent="-342900">
              <a:lnSpc>
                <a:spcPct val="115000"/>
              </a:lnSpc>
              <a:spcBef>
                <a:spcPts val="0"/>
              </a:spcBef>
              <a:spcAft>
                <a:spcPts val="0"/>
              </a:spcAft>
              <a:buClr>
                <a:schemeClr val="accent3"/>
              </a:buClr>
              <a:buSzPts val="1800"/>
              <a:buFont typeface="Average"/>
              <a:buChar char="●"/>
              <a:defRPr sz="1800">
                <a:solidFill>
                  <a:schemeClr val="accent3"/>
                </a:solidFill>
                <a:latin typeface="Average"/>
                <a:ea typeface="Average"/>
                <a:cs typeface="Average"/>
                <a:sym typeface="Average"/>
              </a:defRPr>
            </a:lvl1pPr>
            <a:lvl2pPr marL="914400" lvl="1" indent="-317500">
              <a:lnSpc>
                <a:spcPct val="115000"/>
              </a:lnSpc>
              <a:spcBef>
                <a:spcPts val="0"/>
              </a:spcBef>
              <a:spcAft>
                <a:spcPts val="0"/>
              </a:spcAft>
              <a:buClr>
                <a:schemeClr val="accent3"/>
              </a:buClr>
              <a:buSzPts val="1400"/>
              <a:buFont typeface="Average"/>
              <a:buChar char="○"/>
              <a:defRPr>
                <a:solidFill>
                  <a:schemeClr val="accent3"/>
                </a:solidFill>
                <a:latin typeface="Average"/>
                <a:ea typeface="Average"/>
                <a:cs typeface="Average"/>
                <a:sym typeface="Average"/>
              </a:defRPr>
            </a:lvl2pPr>
            <a:lvl3pPr marL="1371600" lvl="2" indent="-317500">
              <a:lnSpc>
                <a:spcPct val="115000"/>
              </a:lnSpc>
              <a:spcBef>
                <a:spcPts val="0"/>
              </a:spcBef>
              <a:spcAft>
                <a:spcPts val="0"/>
              </a:spcAft>
              <a:buClr>
                <a:schemeClr val="accent3"/>
              </a:buClr>
              <a:buSzPts val="1400"/>
              <a:buFont typeface="Average"/>
              <a:buChar char="■"/>
              <a:defRPr>
                <a:solidFill>
                  <a:schemeClr val="accent3"/>
                </a:solidFill>
                <a:latin typeface="Average"/>
                <a:ea typeface="Average"/>
                <a:cs typeface="Average"/>
                <a:sym typeface="Average"/>
              </a:defRPr>
            </a:lvl3pPr>
            <a:lvl4pPr marL="1828800" lvl="3" indent="-317500">
              <a:lnSpc>
                <a:spcPct val="115000"/>
              </a:lnSpc>
              <a:spcBef>
                <a:spcPts val="0"/>
              </a:spcBef>
              <a:spcAft>
                <a:spcPts val="0"/>
              </a:spcAft>
              <a:buClr>
                <a:schemeClr val="accent3"/>
              </a:buClr>
              <a:buSzPts val="1400"/>
              <a:buFont typeface="Average"/>
              <a:buChar char="●"/>
              <a:defRPr>
                <a:solidFill>
                  <a:schemeClr val="accent3"/>
                </a:solidFill>
                <a:latin typeface="Average"/>
                <a:ea typeface="Average"/>
                <a:cs typeface="Average"/>
                <a:sym typeface="Average"/>
              </a:defRPr>
            </a:lvl4pPr>
            <a:lvl5pPr marL="2286000" lvl="4" indent="-317500">
              <a:lnSpc>
                <a:spcPct val="115000"/>
              </a:lnSpc>
              <a:spcBef>
                <a:spcPts val="0"/>
              </a:spcBef>
              <a:spcAft>
                <a:spcPts val="0"/>
              </a:spcAft>
              <a:buClr>
                <a:schemeClr val="accent3"/>
              </a:buClr>
              <a:buSzPts val="1400"/>
              <a:buFont typeface="Average"/>
              <a:buChar char="○"/>
              <a:defRPr>
                <a:solidFill>
                  <a:schemeClr val="accent3"/>
                </a:solidFill>
                <a:latin typeface="Average"/>
                <a:ea typeface="Average"/>
                <a:cs typeface="Average"/>
                <a:sym typeface="Average"/>
              </a:defRPr>
            </a:lvl5pPr>
            <a:lvl6pPr marL="2743200" lvl="5" indent="-317500">
              <a:lnSpc>
                <a:spcPct val="115000"/>
              </a:lnSpc>
              <a:spcBef>
                <a:spcPts val="0"/>
              </a:spcBef>
              <a:spcAft>
                <a:spcPts val="0"/>
              </a:spcAft>
              <a:buClr>
                <a:schemeClr val="accent3"/>
              </a:buClr>
              <a:buSzPts val="1400"/>
              <a:buFont typeface="Average"/>
              <a:buChar char="■"/>
              <a:defRPr>
                <a:solidFill>
                  <a:schemeClr val="accent3"/>
                </a:solidFill>
                <a:latin typeface="Average"/>
                <a:ea typeface="Average"/>
                <a:cs typeface="Average"/>
                <a:sym typeface="Average"/>
              </a:defRPr>
            </a:lvl6pPr>
            <a:lvl7pPr marL="3200400" lvl="6" indent="-317500">
              <a:lnSpc>
                <a:spcPct val="115000"/>
              </a:lnSpc>
              <a:spcBef>
                <a:spcPts val="0"/>
              </a:spcBef>
              <a:spcAft>
                <a:spcPts val="0"/>
              </a:spcAft>
              <a:buClr>
                <a:schemeClr val="accent3"/>
              </a:buClr>
              <a:buSzPts val="1400"/>
              <a:buFont typeface="Average"/>
              <a:buChar char="●"/>
              <a:defRPr>
                <a:solidFill>
                  <a:schemeClr val="accent3"/>
                </a:solidFill>
                <a:latin typeface="Average"/>
                <a:ea typeface="Average"/>
                <a:cs typeface="Average"/>
                <a:sym typeface="Average"/>
              </a:defRPr>
            </a:lvl7pPr>
            <a:lvl8pPr marL="3657600" lvl="7" indent="-317500">
              <a:lnSpc>
                <a:spcPct val="115000"/>
              </a:lnSpc>
              <a:spcBef>
                <a:spcPts val="0"/>
              </a:spcBef>
              <a:spcAft>
                <a:spcPts val="0"/>
              </a:spcAft>
              <a:buClr>
                <a:schemeClr val="accent3"/>
              </a:buClr>
              <a:buSzPts val="1400"/>
              <a:buFont typeface="Average"/>
              <a:buChar char="○"/>
              <a:defRPr>
                <a:solidFill>
                  <a:schemeClr val="accent3"/>
                </a:solidFill>
                <a:latin typeface="Average"/>
                <a:ea typeface="Average"/>
                <a:cs typeface="Average"/>
                <a:sym typeface="Average"/>
              </a:defRPr>
            </a:lvl8pPr>
            <a:lvl9pPr marL="4114800" lvl="8" indent="-317500">
              <a:lnSpc>
                <a:spcPct val="115000"/>
              </a:lnSpc>
              <a:spcBef>
                <a:spcPts val="0"/>
              </a:spcBef>
              <a:spcAft>
                <a:spcPts val="0"/>
              </a:spcAft>
              <a:buClr>
                <a:schemeClr val="accent3"/>
              </a:buClr>
              <a:buSzPts val="1400"/>
              <a:buFont typeface="Average"/>
              <a:buChar char="■"/>
              <a:defRPr>
                <a:solidFill>
                  <a:schemeClr val="accent3"/>
                </a:solidFill>
                <a:latin typeface="Average"/>
                <a:ea typeface="Average"/>
                <a:cs typeface="Average"/>
                <a:sym typeface="Average"/>
              </a:defRPr>
            </a:lvl9pPr>
          </a:lstStyle>
          <a:p>
            <a:endParaRPr/>
          </a:p>
        </p:txBody>
      </p:sp>
      <p:sp>
        <p:nvSpPr>
          <p:cNvPr id="8" name="Google Shape;8;p1"/>
          <p:cNvSpPr txBox="1">
            <a:spLocks noGrp="1"/>
          </p:cNvSpPr>
          <p:nvPr>
            <p:ph type="sldNum" idx="12"/>
          </p:nvPr>
        </p:nvSpPr>
        <p:spPr>
          <a:xfrm>
            <a:off x="8490250" y="4681009"/>
            <a:ext cx="548700" cy="393600"/>
          </a:xfrm>
          <a:prstGeom prst="rect">
            <a:avLst/>
          </a:prstGeom>
          <a:noFill/>
          <a:ln>
            <a:noFill/>
          </a:ln>
        </p:spPr>
        <p:txBody>
          <a:bodyPr spcFirstLastPara="1" wrap="square" lIns="91425" tIns="91425" rIns="91425" bIns="91425" anchor="ctr" anchorCtr="0">
            <a:normAutofit/>
          </a:bodyPr>
          <a:lstStyle>
            <a:lvl1pPr lvl="0" algn="r">
              <a:buNone/>
              <a:defRPr sz="1000">
                <a:solidFill>
                  <a:schemeClr val="accent3"/>
                </a:solidFill>
                <a:latin typeface="Average"/>
                <a:ea typeface="Average"/>
                <a:cs typeface="Average"/>
                <a:sym typeface="Average"/>
              </a:defRPr>
            </a:lvl1pPr>
            <a:lvl2pPr lvl="1" algn="r">
              <a:buNone/>
              <a:defRPr sz="1000">
                <a:solidFill>
                  <a:schemeClr val="accent3"/>
                </a:solidFill>
                <a:latin typeface="Average"/>
                <a:ea typeface="Average"/>
                <a:cs typeface="Average"/>
                <a:sym typeface="Average"/>
              </a:defRPr>
            </a:lvl2pPr>
            <a:lvl3pPr lvl="2" algn="r">
              <a:buNone/>
              <a:defRPr sz="1000">
                <a:solidFill>
                  <a:schemeClr val="accent3"/>
                </a:solidFill>
                <a:latin typeface="Average"/>
                <a:ea typeface="Average"/>
                <a:cs typeface="Average"/>
                <a:sym typeface="Average"/>
              </a:defRPr>
            </a:lvl3pPr>
            <a:lvl4pPr lvl="3" algn="r">
              <a:buNone/>
              <a:defRPr sz="1000">
                <a:solidFill>
                  <a:schemeClr val="accent3"/>
                </a:solidFill>
                <a:latin typeface="Average"/>
                <a:ea typeface="Average"/>
                <a:cs typeface="Average"/>
                <a:sym typeface="Average"/>
              </a:defRPr>
            </a:lvl4pPr>
            <a:lvl5pPr lvl="4" algn="r">
              <a:buNone/>
              <a:defRPr sz="1000">
                <a:solidFill>
                  <a:schemeClr val="accent3"/>
                </a:solidFill>
                <a:latin typeface="Average"/>
                <a:ea typeface="Average"/>
                <a:cs typeface="Average"/>
                <a:sym typeface="Average"/>
              </a:defRPr>
            </a:lvl5pPr>
            <a:lvl6pPr lvl="5" algn="r">
              <a:buNone/>
              <a:defRPr sz="1000">
                <a:solidFill>
                  <a:schemeClr val="accent3"/>
                </a:solidFill>
                <a:latin typeface="Average"/>
                <a:ea typeface="Average"/>
                <a:cs typeface="Average"/>
                <a:sym typeface="Average"/>
              </a:defRPr>
            </a:lvl6pPr>
            <a:lvl7pPr lvl="6" algn="r">
              <a:buNone/>
              <a:defRPr sz="1000">
                <a:solidFill>
                  <a:schemeClr val="accent3"/>
                </a:solidFill>
                <a:latin typeface="Average"/>
                <a:ea typeface="Average"/>
                <a:cs typeface="Average"/>
                <a:sym typeface="Average"/>
              </a:defRPr>
            </a:lvl7pPr>
            <a:lvl8pPr lvl="7" algn="r">
              <a:buNone/>
              <a:defRPr sz="1000">
                <a:solidFill>
                  <a:schemeClr val="accent3"/>
                </a:solidFill>
                <a:latin typeface="Average"/>
                <a:ea typeface="Average"/>
                <a:cs typeface="Average"/>
                <a:sym typeface="Average"/>
              </a:defRPr>
            </a:lvl8pPr>
            <a:lvl9pPr lvl="8" algn="r">
              <a:buNone/>
              <a:defRPr sz="1000">
                <a:solidFill>
                  <a:schemeClr val="accent3"/>
                </a:solidFill>
                <a:latin typeface="Average"/>
                <a:ea typeface="Average"/>
                <a:cs typeface="Average"/>
                <a:sym typeface="Average"/>
              </a:defRPr>
            </a:lvl9pPr>
          </a:lstStyle>
          <a:p>
            <a:pPr marL="0" lvl="0" indent="0" algn="r" rtl="0">
              <a:spcBef>
                <a:spcPts val="0"/>
              </a:spcBef>
              <a:spcAft>
                <a:spcPts val="0"/>
              </a:spcAft>
              <a:buNone/>
            </a:pPr>
            <a:fld id="{00000000-1234-1234-1234-123412341234}" type="slidenum">
              <a:rPr lang="en"/>
              <a:t>‹#›</a:t>
            </a:fld>
            <a:endParaRPr/>
          </a:p>
        </p:txBody>
      </p:sp>
    </p:spTree>
  </p:cSld>
  <p:clrMap bg1="lt1" tx1="dk1" bg2="dk2" tx2="lt2" accent1="accent1" accent2="accent2" accent3="accent3" accent4="accent4" accent5="accent5" accent6="accent6" hlink="hlink" folHlink="fol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name="slate">
    <p:bg>
      <p:bgPr>
        <a:solidFill>
          <a:schemeClr val="lt1"/>
        </a:solidFill>
        <a:effectLst/>
      </p:bgPr>
    </p:bg>
    <p:spTree>
      <p:nvGrpSpPr>
        <p:cNvPr id="1" name="Shape 55"/>
        <p:cNvGrpSpPr/>
        <p:nvPr/>
      </p:nvGrpSpPr>
      <p:grpSpPr>
        <a:xfrm>
          <a:off x="0" y="0"/>
          <a:ext cx="0" cy="0"/>
          <a:chOff x="0" y="0"/>
          <a:chExt cx="0" cy="0"/>
        </a:xfrm>
      </p:grpSpPr>
      <p:sp>
        <p:nvSpPr>
          <p:cNvPr id="56" name="Google Shape;56;p13"/>
          <p:cNvSpPr txBox="1">
            <a:spLocks noGrp="1"/>
          </p:cNvSpPr>
          <p:nvPr>
            <p:ph type="title"/>
          </p:nvPr>
        </p:nvSpPr>
        <p:spPr>
          <a:xfrm>
            <a:off x="311700" y="445025"/>
            <a:ext cx="8520600" cy="572700"/>
          </a:xfrm>
          <a:prstGeom prst="rect">
            <a:avLst/>
          </a:prstGeom>
          <a:noFill/>
          <a:ln>
            <a:noFill/>
          </a:ln>
        </p:spPr>
        <p:txBody>
          <a:bodyPr spcFirstLastPara="1" wrap="square" lIns="91425" tIns="91425" rIns="91425" bIns="91425" anchor="t" anchorCtr="0">
            <a:noAutofit/>
          </a:bodyPr>
          <a:lstStyle>
            <a:lvl1pPr lvl="0" rtl="0">
              <a:spcBef>
                <a:spcPts val="0"/>
              </a:spcBef>
              <a:spcAft>
                <a:spcPts val="0"/>
              </a:spcAft>
              <a:buClr>
                <a:schemeClr val="dk1"/>
              </a:buClr>
              <a:buSzPts val="3000"/>
              <a:buFont typeface="Oswald"/>
              <a:buNone/>
              <a:defRPr sz="3000">
                <a:solidFill>
                  <a:schemeClr val="dk1"/>
                </a:solidFill>
                <a:latin typeface="Oswald"/>
                <a:ea typeface="Oswald"/>
                <a:cs typeface="Oswald"/>
                <a:sym typeface="Oswald"/>
              </a:defRPr>
            </a:lvl1pPr>
            <a:lvl2pPr lvl="1" rtl="0">
              <a:spcBef>
                <a:spcPts val="0"/>
              </a:spcBef>
              <a:spcAft>
                <a:spcPts val="0"/>
              </a:spcAft>
              <a:buClr>
                <a:schemeClr val="dk1"/>
              </a:buClr>
              <a:buSzPts val="3000"/>
              <a:buFont typeface="Oswald"/>
              <a:buNone/>
              <a:defRPr sz="3000">
                <a:solidFill>
                  <a:schemeClr val="dk1"/>
                </a:solidFill>
                <a:latin typeface="Oswald"/>
                <a:ea typeface="Oswald"/>
                <a:cs typeface="Oswald"/>
                <a:sym typeface="Oswald"/>
              </a:defRPr>
            </a:lvl2pPr>
            <a:lvl3pPr lvl="2" rtl="0">
              <a:spcBef>
                <a:spcPts val="0"/>
              </a:spcBef>
              <a:spcAft>
                <a:spcPts val="0"/>
              </a:spcAft>
              <a:buClr>
                <a:schemeClr val="dk1"/>
              </a:buClr>
              <a:buSzPts val="3000"/>
              <a:buFont typeface="Oswald"/>
              <a:buNone/>
              <a:defRPr sz="3000">
                <a:solidFill>
                  <a:schemeClr val="dk1"/>
                </a:solidFill>
                <a:latin typeface="Oswald"/>
                <a:ea typeface="Oswald"/>
                <a:cs typeface="Oswald"/>
                <a:sym typeface="Oswald"/>
              </a:defRPr>
            </a:lvl3pPr>
            <a:lvl4pPr lvl="3" rtl="0">
              <a:spcBef>
                <a:spcPts val="0"/>
              </a:spcBef>
              <a:spcAft>
                <a:spcPts val="0"/>
              </a:spcAft>
              <a:buClr>
                <a:schemeClr val="dk1"/>
              </a:buClr>
              <a:buSzPts val="3000"/>
              <a:buFont typeface="Oswald"/>
              <a:buNone/>
              <a:defRPr sz="3000">
                <a:solidFill>
                  <a:schemeClr val="dk1"/>
                </a:solidFill>
                <a:latin typeface="Oswald"/>
                <a:ea typeface="Oswald"/>
                <a:cs typeface="Oswald"/>
                <a:sym typeface="Oswald"/>
              </a:defRPr>
            </a:lvl4pPr>
            <a:lvl5pPr lvl="4" rtl="0">
              <a:spcBef>
                <a:spcPts val="0"/>
              </a:spcBef>
              <a:spcAft>
                <a:spcPts val="0"/>
              </a:spcAft>
              <a:buClr>
                <a:schemeClr val="dk1"/>
              </a:buClr>
              <a:buSzPts val="3000"/>
              <a:buFont typeface="Oswald"/>
              <a:buNone/>
              <a:defRPr sz="3000">
                <a:solidFill>
                  <a:schemeClr val="dk1"/>
                </a:solidFill>
                <a:latin typeface="Oswald"/>
                <a:ea typeface="Oswald"/>
                <a:cs typeface="Oswald"/>
                <a:sym typeface="Oswald"/>
              </a:defRPr>
            </a:lvl5pPr>
            <a:lvl6pPr lvl="5" rtl="0">
              <a:spcBef>
                <a:spcPts val="0"/>
              </a:spcBef>
              <a:spcAft>
                <a:spcPts val="0"/>
              </a:spcAft>
              <a:buClr>
                <a:schemeClr val="dk1"/>
              </a:buClr>
              <a:buSzPts val="3000"/>
              <a:buFont typeface="Oswald"/>
              <a:buNone/>
              <a:defRPr sz="3000">
                <a:solidFill>
                  <a:schemeClr val="dk1"/>
                </a:solidFill>
                <a:latin typeface="Oswald"/>
                <a:ea typeface="Oswald"/>
                <a:cs typeface="Oswald"/>
                <a:sym typeface="Oswald"/>
              </a:defRPr>
            </a:lvl6pPr>
            <a:lvl7pPr lvl="6" rtl="0">
              <a:spcBef>
                <a:spcPts val="0"/>
              </a:spcBef>
              <a:spcAft>
                <a:spcPts val="0"/>
              </a:spcAft>
              <a:buClr>
                <a:schemeClr val="dk1"/>
              </a:buClr>
              <a:buSzPts val="3000"/>
              <a:buFont typeface="Oswald"/>
              <a:buNone/>
              <a:defRPr sz="3000">
                <a:solidFill>
                  <a:schemeClr val="dk1"/>
                </a:solidFill>
                <a:latin typeface="Oswald"/>
                <a:ea typeface="Oswald"/>
                <a:cs typeface="Oswald"/>
                <a:sym typeface="Oswald"/>
              </a:defRPr>
            </a:lvl7pPr>
            <a:lvl8pPr lvl="7" rtl="0">
              <a:spcBef>
                <a:spcPts val="0"/>
              </a:spcBef>
              <a:spcAft>
                <a:spcPts val="0"/>
              </a:spcAft>
              <a:buClr>
                <a:schemeClr val="dk1"/>
              </a:buClr>
              <a:buSzPts val="3000"/>
              <a:buFont typeface="Oswald"/>
              <a:buNone/>
              <a:defRPr sz="3000">
                <a:solidFill>
                  <a:schemeClr val="dk1"/>
                </a:solidFill>
                <a:latin typeface="Oswald"/>
                <a:ea typeface="Oswald"/>
                <a:cs typeface="Oswald"/>
                <a:sym typeface="Oswald"/>
              </a:defRPr>
            </a:lvl8pPr>
            <a:lvl9pPr lvl="8" rtl="0">
              <a:spcBef>
                <a:spcPts val="0"/>
              </a:spcBef>
              <a:spcAft>
                <a:spcPts val="0"/>
              </a:spcAft>
              <a:buClr>
                <a:schemeClr val="dk1"/>
              </a:buClr>
              <a:buSzPts val="3000"/>
              <a:buFont typeface="Oswald"/>
              <a:buNone/>
              <a:defRPr sz="3000">
                <a:solidFill>
                  <a:schemeClr val="dk1"/>
                </a:solidFill>
                <a:latin typeface="Oswald"/>
                <a:ea typeface="Oswald"/>
                <a:cs typeface="Oswald"/>
                <a:sym typeface="Oswald"/>
              </a:defRPr>
            </a:lvl9pPr>
          </a:lstStyle>
          <a:p>
            <a:endParaRPr/>
          </a:p>
        </p:txBody>
      </p:sp>
      <p:sp>
        <p:nvSpPr>
          <p:cNvPr id="57" name="Google Shape;57;p13"/>
          <p:cNvSpPr txBox="1">
            <a:spLocks noGrp="1"/>
          </p:cNvSpPr>
          <p:nvPr>
            <p:ph type="body" idx="1"/>
          </p:nvPr>
        </p:nvSpPr>
        <p:spPr>
          <a:xfrm>
            <a:off x="311700" y="1152475"/>
            <a:ext cx="8520600" cy="3416400"/>
          </a:xfrm>
          <a:prstGeom prst="rect">
            <a:avLst/>
          </a:prstGeom>
          <a:noFill/>
          <a:ln>
            <a:noFill/>
          </a:ln>
        </p:spPr>
        <p:txBody>
          <a:bodyPr spcFirstLastPara="1" wrap="square" lIns="91425" tIns="91425" rIns="91425" bIns="91425" anchor="t" anchorCtr="0">
            <a:noAutofit/>
          </a:bodyPr>
          <a:lstStyle>
            <a:lvl1pPr marL="457200" lvl="0" indent="-342900" rtl="0">
              <a:lnSpc>
                <a:spcPct val="115000"/>
              </a:lnSpc>
              <a:spcBef>
                <a:spcPts val="0"/>
              </a:spcBef>
              <a:spcAft>
                <a:spcPts val="0"/>
              </a:spcAft>
              <a:buClr>
                <a:schemeClr val="accent3"/>
              </a:buClr>
              <a:buSzPts val="1800"/>
              <a:buFont typeface="Average"/>
              <a:buChar char="●"/>
              <a:defRPr sz="1800">
                <a:solidFill>
                  <a:schemeClr val="accent3"/>
                </a:solidFill>
                <a:latin typeface="Average"/>
                <a:ea typeface="Average"/>
                <a:cs typeface="Average"/>
                <a:sym typeface="Average"/>
              </a:defRPr>
            </a:lvl1pPr>
            <a:lvl2pPr marL="914400" lvl="1" indent="-317500" rtl="0">
              <a:lnSpc>
                <a:spcPct val="115000"/>
              </a:lnSpc>
              <a:spcBef>
                <a:spcPts val="1600"/>
              </a:spcBef>
              <a:spcAft>
                <a:spcPts val="0"/>
              </a:spcAft>
              <a:buClr>
                <a:schemeClr val="accent3"/>
              </a:buClr>
              <a:buSzPts val="1400"/>
              <a:buFont typeface="Average"/>
              <a:buChar char="○"/>
              <a:defRPr>
                <a:solidFill>
                  <a:schemeClr val="accent3"/>
                </a:solidFill>
                <a:latin typeface="Average"/>
                <a:ea typeface="Average"/>
                <a:cs typeface="Average"/>
                <a:sym typeface="Average"/>
              </a:defRPr>
            </a:lvl2pPr>
            <a:lvl3pPr marL="1371600" lvl="2" indent="-317500" rtl="0">
              <a:lnSpc>
                <a:spcPct val="115000"/>
              </a:lnSpc>
              <a:spcBef>
                <a:spcPts val="1600"/>
              </a:spcBef>
              <a:spcAft>
                <a:spcPts val="0"/>
              </a:spcAft>
              <a:buClr>
                <a:schemeClr val="accent3"/>
              </a:buClr>
              <a:buSzPts val="1400"/>
              <a:buFont typeface="Average"/>
              <a:buChar char="■"/>
              <a:defRPr>
                <a:solidFill>
                  <a:schemeClr val="accent3"/>
                </a:solidFill>
                <a:latin typeface="Average"/>
                <a:ea typeface="Average"/>
                <a:cs typeface="Average"/>
                <a:sym typeface="Average"/>
              </a:defRPr>
            </a:lvl3pPr>
            <a:lvl4pPr marL="1828800" lvl="3" indent="-317500" rtl="0">
              <a:lnSpc>
                <a:spcPct val="115000"/>
              </a:lnSpc>
              <a:spcBef>
                <a:spcPts val="1600"/>
              </a:spcBef>
              <a:spcAft>
                <a:spcPts val="0"/>
              </a:spcAft>
              <a:buClr>
                <a:schemeClr val="accent3"/>
              </a:buClr>
              <a:buSzPts val="1400"/>
              <a:buFont typeface="Average"/>
              <a:buChar char="●"/>
              <a:defRPr>
                <a:solidFill>
                  <a:schemeClr val="accent3"/>
                </a:solidFill>
                <a:latin typeface="Average"/>
                <a:ea typeface="Average"/>
                <a:cs typeface="Average"/>
                <a:sym typeface="Average"/>
              </a:defRPr>
            </a:lvl4pPr>
            <a:lvl5pPr marL="2286000" lvl="4" indent="-317500" rtl="0">
              <a:lnSpc>
                <a:spcPct val="115000"/>
              </a:lnSpc>
              <a:spcBef>
                <a:spcPts val="1600"/>
              </a:spcBef>
              <a:spcAft>
                <a:spcPts val="0"/>
              </a:spcAft>
              <a:buClr>
                <a:schemeClr val="accent3"/>
              </a:buClr>
              <a:buSzPts val="1400"/>
              <a:buFont typeface="Average"/>
              <a:buChar char="○"/>
              <a:defRPr>
                <a:solidFill>
                  <a:schemeClr val="accent3"/>
                </a:solidFill>
                <a:latin typeface="Average"/>
                <a:ea typeface="Average"/>
                <a:cs typeface="Average"/>
                <a:sym typeface="Average"/>
              </a:defRPr>
            </a:lvl5pPr>
            <a:lvl6pPr marL="2743200" lvl="5" indent="-317500" rtl="0">
              <a:lnSpc>
                <a:spcPct val="115000"/>
              </a:lnSpc>
              <a:spcBef>
                <a:spcPts val="1600"/>
              </a:spcBef>
              <a:spcAft>
                <a:spcPts val="0"/>
              </a:spcAft>
              <a:buClr>
                <a:schemeClr val="accent3"/>
              </a:buClr>
              <a:buSzPts val="1400"/>
              <a:buFont typeface="Average"/>
              <a:buChar char="■"/>
              <a:defRPr>
                <a:solidFill>
                  <a:schemeClr val="accent3"/>
                </a:solidFill>
                <a:latin typeface="Average"/>
                <a:ea typeface="Average"/>
                <a:cs typeface="Average"/>
                <a:sym typeface="Average"/>
              </a:defRPr>
            </a:lvl6pPr>
            <a:lvl7pPr marL="3200400" lvl="6" indent="-317500" rtl="0">
              <a:lnSpc>
                <a:spcPct val="115000"/>
              </a:lnSpc>
              <a:spcBef>
                <a:spcPts val="1600"/>
              </a:spcBef>
              <a:spcAft>
                <a:spcPts val="0"/>
              </a:spcAft>
              <a:buClr>
                <a:schemeClr val="accent3"/>
              </a:buClr>
              <a:buSzPts val="1400"/>
              <a:buFont typeface="Average"/>
              <a:buChar char="●"/>
              <a:defRPr>
                <a:solidFill>
                  <a:schemeClr val="accent3"/>
                </a:solidFill>
                <a:latin typeface="Average"/>
                <a:ea typeface="Average"/>
                <a:cs typeface="Average"/>
                <a:sym typeface="Average"/>
              </a:defRPr>
            </a:lvl7pPr>
            <a:lvl8pPr marL="3657600" lvl="7" indent="-317500" rtl="0">
              <a:lnSpc>
                <a:spcPct val="115000"/>
              </a:lnSpc>
              <a:spcBef>
                <a:spcPts val="1600"/>
              </a:spcBef>
              <a:spcAft>
                <a:spcPts val="0"/>
              </a:spcAft>
              <a:buClr>
                <a:schemeClr val="accent3"/>
              </a:buClr>
              <a:buSzPts val="1400"/>
              <a:buFont typeface="Average"/>
              <a:buChar char="○"/>
              <a:defRPr>
                <a:solidFill>
                  <a:schemeClr val="accent3"/>
                </a:solidFill>
                <a:latin typeface="Average"/>
                <a:ea typeface="Average"/>
                <a:cs typeface="Average"/>
                <a:sym typeface="Average"/>
              </a:defRPr>
            </a:lvl8pPr>
            <a:lvl9pPr marL="4114800" lvl="8" indent="-317500" rtl="0">
              <a:lnSpc>
                <a:spcPct val="115000"/>
              </a:lnSpc>
              <a:spcBef>
                <a:spcPts val="1600"/>
              </a:spcBef>
              <a:spcAft>
                <a:spcPts val="1600"/>
              </a:spcAft>
              <a:buClr>
                <a:schemeClr val="accent3"/>
              </a:buClr>
              <a:buSzPts val="1400"/>
              <a:buFont typeface="Average"/>
              <a:buChar char="■"/>
              <a:defRPr>
                <a:solidFill>
                  <a:schemeClr val="accent3"/>
                </a:solidFill>
                <a:latin typeface="Average"/>
                <a:ea typeface="Average"/>
                <a:cs typeface="Average"/>
                <a:sym typeface="Average"/>
              </a:defRPr>
            </a:lvl9pPr>
          </a:lstStyle>
          <a:p>
            <a:endParaRPr/>
          </a:p>
        </p:txBody>
      </p:sp>
      <p:sp>
        <p:nvSpPr>
          <p:cNvPr id="58" name="Google Shape;58;p13"/>
          <p:cNvSpPr txBox="1">
            <a:spLocks noGrp="1"/>
          </p:cNvSpPr>
          <p:nvPr>
            <p:ph type="sldNum" idx="12"/>
          </p:nvPr>
        </p:nvSpPr>
        <p:spPr>
          <a:xfrm>
            <a:off x="8490250" y="4681009"/>
            <a:ext cx="548700" cy="393600"/>
          </a:xfrm>
          <a:prstGeom prst="rect">
            <a:avLst/>
          </a:prstGeom>
          <a:noFill/>
          <a:ln>
            <a:noFill/>
          </a:ln>
        </p:spPr>
        <p:txBody>
          <a:bodyPr spcFirstLastPara="1" wrap="square" lIns="91425" tIns="91425" rIns="91425" bIns="91425" anchor="ctr" anchorCtr="0">
            <a:noAutofit/>
          </a:bodyPr>
          <a:lstStyle>
            <a:lvl1pPr lvl="0" algn="r" rtl="0">
              <a:buNone/>
              <a:defRPr sz="1000">
                <a:solidFill>
                  <a:schemeClr val="accent3"/>
                </a:solidFill>
                <a:latin typeface="Average"/>
                <a:ea typeface="Average"/>
                <a:cs typeface="Average"/>
                <a:sym typeface="Average"/>
              </a:defRPr>
            </a:lvl1pPr>
            <a:lvl2pPr lvl="1" algn="r" rtl="0">
              <a:buNone/>
              <a:defRPr sz="1000">
                <a:solidFill>
                  <a:schemeClr val="accent3"/>
                </a:solidFill>
                <a:latin typeface="Average"/>
                <a:ea typeface="Average"/>
                <a:cs typeface="Average"/>
                <a:sym typeface="Average"/>
              </a:defRPr>
            </a:lvl2pPr>
            <a:lvl3pPr lvl="2" algn="r" rtl="0">
              <a:buNone/>
              <a:defRPr sz="1000">
                <a:solidFill>
                  <a:schemeClr val="accent3"/>
                </a:solidFill>
                <a:latin typeface="Average"/>
                <a:ea typeface="Average"/>
                <a:cs typeface="Average"/>
                <a:sym typeface="Average"/>
              </a:defRPr>
            </a:lvl3pPr>
            <a:lvl4pPr lvl="3" algn="r" rtl="0">
              <a:buNone/>
              <a:defRPr sz="1000">
                <a:solidFill>
                  <a:schemeClr val="accent3"/>
                </a:solidFill>
                <a:latin typeface="Average"/>
                <a:ea typeface="Average"/>
                <a:cs typeface="Average"/>
                <a:sym typeface="Average"/>
              </a:defRPr>
            </a:lvl4pPr>
            <a:lvl5pPr lvl="4" algn="r" rtl="0">
              <a:buNone/>
              <a:defRPr sz="1000">
                <a:solidFill>
                  <a:schemeClr val="accent3"/>
                </a:solidFill>
                <a:latin typeface="Average"/>
                <a:ea typeface="Average"/>
                <a:cs typeface="Average"/>
                <a:sym typeface="Average"/>
              </a:defRPr>
            </a:lvl5pPr>
            <a:lvl6pPr lvl="5" algn="r" rtl="0">
              <a:buNone/>
              <a:defRPr sz="1000">
                <a:solidFill>
                  <a:schemeClr val="accent3"/>
                </a:solidFill>
                <a:latin typeface="Average"/>
                <a:ea typeface="Average"/>
                <a:cs typeface="Average"/>
                <a:sym typeface="Average"/>
              </a:defRPr>
            </a:lvl6pPr>
            <a:lvl7pPr lvl="6" algn="r" rtl="0">
              <a:buNone/>
              <a:defRPr sz="1000">
                <a:solidFill>
                  <a:schemeClr val="accent3"/>
                </a:solidFill>
                <a:latin typeface="Average"/>
                <a:ea typeface="Average"/>
                <a:cs typeface="Average"/>
                <a:sym typeface="Average"/>
              </a:defRPr>
            </a:lvl7pPr>
            <a:lvl8pPr lvl="7" algn="r" rtl="0">
              <a:buNone/>
              <a:defRPr sz="1000">
                <a:solidFill>
                  <a:schemeClr val="accent3"/>
                </a:solidFill>
                <a:latin typeface="Average"/>
                <a:ea typeface="Average"/>
                <a:cs typeface="Average"/>
                <a:sym typeface="Average"/>
              </a:defRPr>
            </a:lvl8pPr>
            <a:lvl9pPr lvl="8" algn="r" rtl="0">
              <a:buNone/>
              <a:defRPr sz="1000">
                <a:solidFill>
                  <a:schemeClr val="accent3"/>
                </a:solidFill>
                <a:latin typeface="Average"/>
                <a:ea typeface="Average"/>
                <a:cs typeface="Average"/>
                <a:sym typeface="Average"/>
              </a:defRPr>
            </a:lvl9pPr>
          </a:lstStyle>
          <a:p>
            <a:pPr marL="0" lvl="0" indent="0" algn="r" rtl="0">
              <a:spcBef>
                <a:spcPts val="0"/>
              </a:spcBef>
              <a:spcAft>
                <a:spcPts val="0"/>
              </a:spcAft>
              <a:buNone/>
            </a:pPr>
            <a:fld id="{00000000-1234-1234-1234-123412341234}" type="slidenum">
              <a:rPr lang="en"/>
              <a:t>‹#›</a:t>
            </a:fld>
            <a:endParaRPr/>
          </a:p>
        </p:txBody>
      </p:sp>
    </p:spTree>
  </p:cSld>
  <p:clrMap bg1="lt1" tx1="dk1" bg2="dk2" tx2="lt2" accent1="accent1" accent2="accent2" accent3="accent3" accent4="accent4" accent5="accent5" accent6="accent6" hlink="hlink" folHlink="folHlink"/>
  <p:sldLayoutIdLst>
    <p:sldLayoutId id="2147483659" r:id="rId1"/>
    <p:sldLayoutId id="2147483660" r:id="rId2"/>
    <p:sldLayoutId id="2147483661" r:id="rId3"/>
    <p:sldLayoutId id="2147483662" r:id="rId4"/>
    <p:sldLayoutId id="2147483663" r:id="rId5"/>
    <p:sldLayoutId id="2147483664" r:id="rId6"/>
    <p:sldLayoutId id="2147483665" r:id="rId7"/>
    <p:sldLayoutId id="2147483666" r:id="rId8"/>
    <p:sldLayoutId id="2147483667" r:id="rId9"/>
    <p:sldLayoutId id="2147483668" r:id="rId10"/>
    <p:sldLayoutId id="2147483669" r:id="rId11"/>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2.xml"/></Relationships>
</file>

<file path=ppt/slides/_rels/slide2.xml.rels><?xml version="1.0" encoding="UTF-8" standalone="yes"?>
<Relationships xmlns="http://schemas.openxmlformats.org/package/2006/relationships"><Relationship Id="rId8" Type="http://schemas.openxmlformats.org/officeDocument/2006/relationships/image" Target="../media/image4.jpg"/><Relationship Id="rId3" Type="http://schemas.openxmlformats.org/officeDocument/2006/relationships/hyperlink" Target="https://youtu.be/jyQwgBAaBag?t=368" TargetMode="External"/><Relationship Id="rId7" Type="http://schemas.openxmlformats.org/officeDocument/2006/relationships/hyperlink" Target="http://www.youtube.com/watch?v=jyQwgBAaBag" TargetMode="External"/><Relationship Id="rId2" Type="http://schemas.openxmlformats.org/officeDocument/2006/relationships/notesSlide" Target="../notesSlides/notesSlide2.xml"/><Relationship Id="rId1" Type="http://schemas.openxmlformats.org/officeDocument/2006/relationships/slideLayout" Target="../slideLayouts/slideLayout14.xml"/><Relationship Id="rId6" Type="http://schemas.openxmlformats.org/officeDocument/2006/relationships/image" Target="../media/image3.png"/><Relationship Id="rId5" Type="http://schemas.openxmlformats.org/officeDocument/2006/relationships/image" Target="../media/image2.png"/><Relationship Id="rId4" Type="http://schemas.openxmlformats.org/officeDocument/2006/relationships/image" Target="../media/image1.png"/></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4.xml"/></Relationships>
</file>

<file path=ppt/slides/_rels/slide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4.xml"/><Relationship Id="rId1" Type="http://schemas.openxmlformats.org/officeDocument/2006/relationships/slideLayout" Target="../slideLayouts/slideLayout14.xml"/></Relationships>
</file>

<file path=ppt/slides/_rels/slide5.xml.rels><?xml version="1.0" encoding="UTF-8" standalone="yes"?>
<Relationships xmlns="http://schemas.openxmlformats.org/package/2006/relationships"><Relationship Id="rId3" Type="http://schemas.openxmlformats.org/officeDocument/2006/relationships/hyperlink" Target="https://www.nalsa.org/DownWind.html" TargetMode="External"/><Relationship Id="rId2" Type="http://schemas.openxmlformats.org/officeDocument/2006/relationships/notesSlide" Target="../notesSlides/notesSlide5.xml"/><Relationship Id="rId1" Type="http://schemas.openxmlformats.org/officeDocument/2006/relationships/slideLayout" Target="../slideLayouts/slideLayout14.xml"/><Relationship Id="rId4" Type="http://schemas.openxmlformats.org/officeDocument/2006/relationships/hyperlink" Target="https://www.nalsa.org/BlackBirdDDWSR/NALSA%20REGULATIONS_FOR_SPEED_RECORDS_Rev4%20-June_2012.pdf" TargetMode="External"/></Relationships>
</file>

<file path=ppt/slides/_rels/slide6.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6.xml"/><Relationship Id="rId1" Type="http://schemas.openxmlformats.org/officeDocument/2006/relationships/slideLayout" Target="../slideLayouts/slideLayout14.xml"/></Relationships>
</file>

<file path=ppt/slides/_rels/slide7.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7.xml"/><Relationship Id="rId1" Type="http://schemas.openxmlformats.org/officeDocument/2006/relationships/slideLayout" Target="../slideLayouts/slideLayout14.xml"/><Relationship Id="rId4" Type="http://schemas.openxmlformats.org/officeDocument/2006/relationships/hyperlink" Target="https://youtu.be/jyQwgBAaBag?t=1140" TargetMode="External"/></Relationships>
</file>

<file path=ppt/slides/_rels/slide8.xml.rels><?xml version="1.0" encoding="UTF-8" standalone="yes"?>
<Relationships xmlns="http://schemas.openxmlformats.org/package/2006/relationships"><Relationship Id="rId8" Type="http://schemas.openxmlformats.org/officeDocument/2006/relationships/image" Target="../media/image9.png"/><Relationship Id="rId3" Type="http://schemas.openxmlformats.org/officeDocument/2006/relationships/hyperlink" Target="http://www.ijsrp.org/research-paper-0413/ijsrp-p16135.pdf" TargetMode="External"/><Relationship Id="rId7" Type="http://schemas.openxmlformats.org/officeDocument/2006/relationships/image" Target="../media/image8.png"/><Relationship Id="rId2" Type="http://schemas.openxmlformats.org/officeDocument/2006/relationships/notesSlide" Target="../notesSlides/notesSlide8.xml"/><Relationship Id="rId1" Type="http://schemas.openxmlformats.org/officeDocument/2006/relationships/slideLayout" Target="../slideLayouts/slideLayout14.xml"/><Relationship Id="rId6" Type="http://schemas.openxmlformats.org/officeDocument/2006/relationships/image" Target="../media/image7.png"/><Relationship Id="rId5" Type="http://schemas.openxmlformats.org/officeDocument/2006/relationships/hyperlink" Target="https://youtu.be/X6oJpnSJyV8?t=3287" TargetMode="External"/><Relationship Id="rId4" Type="http://schemas.openxmlformats.org/officeDocument/2006/relationships/hyperlink" Target="https://www.blueplanettimes.com/wp-content/uploads/2010/08/Drela-DDWFTTW-Analysis.pdf" TargetMode="External"/></Relationships>
</file>

<file path=ppt/slides/_rels/slide9.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9.xml"/><Relationship Id="rId1" Type="http://schemas.openxmlformats.org/officeDocument/2006/relationships/slideLayout" Target="../slideLayouts/slideLayout14.xml"/><Relationship Id="rId4" Type="http://schemas.openxmlformats.org/officeDocument/2006/relationships/hyperlink" Target="https://www.google.com/url?sa=t&amp;rct=j&amp;q=&amp;esrc=s&amp;source=web&amp;cd=&amp;ved=2ahUKEwj5q8aNtanxAhVQqJ4KHZLLB08QFnoECAcQAw&amp;url=https%3A%2F%2Fwww.boatdesign.net%2Fattachments%2Fddw2-pdf.28167%2F&amp;usg=AOvVaw17k4uH6SszLRAvEo6crEX4" TargetMode="External"/></Relationships>
</file>

<file path=ppt/slides/_rels/slide10.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10.xml"/><Relationship Id="rId1" Type="http://schemas.openxmlformats.org/officeDocument/2006/relationships/slideLayout" Target="../slideLayouts/slideLayout14.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14.xml"/></Relationships>
</file>

<file path=ppt/slides/_rels/slide12.xml.rels><?xml version="1.0" encoding="UTF-8" standalone="yes"?>
<Relationships xmlns="http://schemas.openxmlformats.org/package/2006/relationships"><Relationship Id="rId8" Type="http://schemas.openxmlformats.org/officeDocument/2006/relationships/image" Target="../media/image16.png"/><Relationship Id="rId3" Type="http://schemas.openxmlformats.org/officeDocument/2006/relationships/hyperlink" Target="https://web.mit.edu/16.unified/www/FALL/thermodynamics/notes/node86.html" TargetMode="External"/><Relationship Id="rId7" Type="http://schemas.openxmlformats.org/officeDocument/2006/relationships/image" Target="../media/image15.png"/><Relationship Id="rId2" Type="http://schemas.openxmlformats.org/officeDocument/2006/relationships/notesSlide" Target="../notesSlides/notesSlide12.xml"/><Relationship Id="rId1" Type="http://schemas.openxmlformats.org/officeDocument/2006/relationships/slideLayout" Target="../slideLayouts/slideLayout14.xml"/><Relationship Id="rId6" Type="http://schemas.openxmlformats.org/officeDocument/2006/relationships/image" Target="../media/image14.png"/><Relationship Id="rId5" Type="http://schemas.openxmlformats.org/officeDocument/2006/relationships/image" Target="../media/image13.png"/><Relationship Id="rId4" Type="http://schemas.openxmlformats.org/officeDocument/2006/relationships/image" Target="../media/image12.png"/></Relationships>
</file>

<file path=ppt/slides/_rels/slide13.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13.xml"/><Relationship Id="rId1" Type="http://schemas.openxmlformats.org/officeDocument/2006/relationships/slideLayout" Target="../slideLayouts/slideLayout14.xml"/><Relationship Id="rId4" Type="http://schemas.openxmlformats.org/officeDocument/2006/relationships/image" Target="../media/image16.png"/></Relationships>
</file>

<file path=ppt/slides/_rels/slide14.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notesSlide" Target="../notesSlides/notesSlide14.xml"/><Relationship Id="rId1" Type="http://schemas.openxmlformats.org/officeDocument/2006/relationships/slideLayout" Target="../slideLayouts/slideLayout14.xml"/><Relationship Id="rId5" Type="http://schemas.openxmlformats.org/officeDocument/2006/relationships/image" Target="../media/image19.png"/><Relationship Id="rId4" Type="http://schemas.openxmlformats.org/officeDocument/2006/relationships/image" Target="../media/image18.png"/></Relationships>
</file>

<file path=ppt/slides/_rels/slide15.xml.rels><?xml version="1.0" encoding="UTF-8" standalone="yes"?>
<Relationships xmlns="http://schemas.openxmlformats.org/package/2006/relationships"><Relationship Id="rId3" Type="http://schemas.openxmlformats.org/officeDocument/2006/relationships/hyperlink" Target="https://www.aapt.org/physicsteam/2019/upload/USAPhO-2013-Solutions.pdf" TargetMode="External"/><Relationship Id="rId2" Type="http://schemas.openxmlformats.org/officeDocument/2006/relationships/notesSlide" Target="../notesSlides/notesSlide15.xml"/><Relationship Id="rId1" Type="http://schemas.openxmlformats.org/officeDocument/2006/relationships/slideLayout" Target="../slideLayouts/slideLayout14.xml"/><Relationship Id="rId4" Type="http://schemas.openxmlformats.org/officeDocument/2006/relationships/image" Target="../media/image20.png"/></Relationships>
</file>

<file path=ppt/slides/_rels/slide16.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notesSlide" Target="../notesSlides/notesSlide16.xml"/><Relationship Id="rId1" Type="http://schemas.openxmlformats.org/officeDocument/2006/relationships/slideLayout" Target="../slideLayouts/slideLayout14.xml"/></Relationships>
</file>

<file path=ppt/slides/_rels/slide17.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notesSlide" Target="../notesSlides/notesSlide17.xml"/><Relationship Id="rId1" Type="http://schemas.openxmlformats.org/officeDocument/2006/relationships/slideLayout" Target="../slideLayouts/slideLayout14.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14.xml"/></Relationships>
</file>

<file path=ppt/slides/_rels/slide19.xml.rels><?xml version="1.0" encoding="UTF-8" standalone="yes"?>
<Relationships xmlns="http://schemas.openxmlformats.org/package/2006/relationships"><Relationship Id="rId2" Type="http://schemas.openxmlformats.org/officeDocument/2006/relationships/comments" Target="../comments/comment1.xml"/><Relationship Id="rId1" Type="http://schemas.openxmlformats.org/officeDocument/2006/relationships/slideLayout" Target="../slideLayouts/slideLayout14.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13.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108"/>
        <p:cNvGrpSpPr/>
        <p:nvPr/>
      </p:nvGrpSpPr>
      <p:grpSpPr>
        <a:xfrm>
          <a:off x="0" y="0"/>
          <a:ext cx="0" cy="0"/>
          <a:chOff x="0" y="0"/>
          <a:chExt cx="0" cy="0"/>
        </a:xfrm>
      </p:grpSpPr>
      <p:sp>
        <p:nvSpPr>
          <p:cNvPr id="109" name="Google Shape;109;p25"/>
          <p:cNvSpPr txBox="1">
            <a:spLocks noGrp="1"/>
          </p:cNvSpPr>
          <p:nvPr>
            <p:ph type="ctrTitle"/>
          </p:nvPr>
        </p:nvSpPr>
        <p:spPr>
          <a:xfrm>
            <a:off x="472575" y="956900"/>
            <a:ext cx="8100000" cy="1730700"/>
          </a:xfrm>
          <a:prstGeom prst="rect">
            <a:avLst/>
          </a:prstGeom>
        </p:spPr>
        <p:txBody>
          <a:bodyPr spcFirstLastPara="1" wrap="square" lIns="91425" tIns="91425" rIns="91425" bIns="91425" anchor="b" anchorCtr="0">
            <a:noAutofit/>
          </a:bodyPr>
          <a:lstStyle/>
          <a:p>
            <a:pPr marL="0" lvl="0" indent="0" algn="ctr" rtl="0">
              <a:spcBef>
                <a:spcPts val="0"/>
              </a:spcBef>
              <a:spcAft>
                <a:spcPts val="0"/>
              </a:spcAft>
              <a:buNone/>
            </a:pPr>
            <a:r>
              <a:rPr lang="en" sz="3200">
                <a:solidFill>
                  <a:srgbClr val="FF0000"/>
                </a:solidFill>
              </a:rPr>
              <a:t>Rich deck fixture</a:t>
            </a:r>
            <a:endParaRPr sz="3200"/>
          </a:p>
        </p:txBody>
      </p:sp>
      <p:sp>
        <p:nvSpPr>
          <p:cNvPr id="110" name="Google Shape;110;p25"/>
          <p:cNvSpPr txBox="1">
            <a:spLocks noGrp="1"/>
          </p:cNvSpPr>
          <p:nvPr>
            <p:ph type="subTitle" idx="1"/>
          </p:nvPr>
        </p:nvSpPr>
        <p:spPr>
          <a:xfrm>
            <a:off x="671250" y="3174874"/>
            <a:ext cx="7801500" cy="1444500"/>
          </a:xfrm>
          <a:prstGeom prst="rect">
            <a:avLst/>
          </a:prstGeom>
        </p:spPr>
        <p:txBody>
          <a:bodyPr spcFirstLastPara="1" wrap="square" lIns="91425" tIns="91425" rIns="91425" bIns="91425" anchor="t" anchorCtr="0">
            <a:noAutofit/>
          </a:bodyPr>
          <a:lstStyle/>
          <a:p>
            <a:pPr marL="0" lvl="0" indent="0" algn="ctr" rtl="0">
              <a:spcBef>
                <a:spcPts val="0"/>
              </a:spcBef>
              <a:spcAft>
                <a:spcPts val="0"/>
              </a:spcAft>
              <a:buNone/>
            </a:pPr>
            <a:r>
              <a:rPr lang="en"/>
              <a:t>UAT_RUN_MARKER</a:t>
            </a:r>
            <a:endParaRPr/>
          </a:p>
        </p:txBody>
      </p:sp>
      <p:sp>
        <p:nvSpPr>
          <p:cNvPr id="111" name="Google Shape;111;p25"/>
          <p:cNvSpPr txBox="1"/>
          <p:nvPr/>
        </p:nvSpPr>
        <p:spPr>
          <a:xfrm>
            <a:off x="4578675" y="4652175"/>
            <a:ext cx="4338300" cy="3027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endParaRPr>
              <a:solidFill>
                <a:schemeClr val="lt2"/>
              </a:solidFill>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115"/>
        <p:cNvGrpSpPr/>
        <p:nvPr/>
      </p:nvGrpSpPr>
      <p:grpSpPr>
        <a:xfrm>
          <a:off x="0" y="0"/>
          <a:ext cx="0" cy="0"/>
          <a:chOff x="0" y="0"/>
          <a:chExt cx="0" cy="0"/>
        </a:xfrm>
      </p:grpSpPr>
      <p:sp>
        <p:nvSpPr>
          <p:cNvPr id="116" name="Google Shape;116;p26"/>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t>Eiusmod tempor incididunt ut labore et dolore magna aliqua e</a:t>
            </a:r>
            <a:endParaRPr/>
          </a:p>
        </p:txBody>
      </p:sp>
      <p:sp>
        <p:nvSpPr>
          <p:cNvPr id="117" name="Google Shape;117;p26"/>
          <p:cNvSpPr txBox="1">
            <a:spLocks noGrp="1"/>
          </p:cNvSpPr>
          <p:nvPr>
            <p:ph type="body" idx="1"/>
          </p:nvPr>
        </p:nvSpPr>
        <p:spPr>
          <a:xfrm>
            <a:off x="311700" y="1170125"/>
            <a:ext cx="5532600" cy="3747300"/>
          </a:xfrm>
          <a:prstGeom prst="rect">
            <a:avLst/>
          </a:prstGeom>
        </p:spPr>
        <p:txBody>
          <a:bodyPr spcFirstLastPara="1" wrap="square" lIns="91425" tIns="91425" rIns="91425" bIns="91425" anchor="t" anchorCtr="0">
            <a:noAutofit/>
          </a:bodyPr>
          <a:lstStyle/>
          <a:p>
            <a:pPr marL="457200" lvl="0" indent="0" algn="l" rtl="0">
              <a:spcBef>
                <a:spcPts val="0"/>
              </a:spcBef>
              <a:spcAft>
                <a:spcPts val="0"/>
              </a:spcAft>
              <a:buNone/>
            </a:pPr>
            <a:r>
              <a:rPr lang="en" sz="1400" b="1"/>
              <a:t>Magna aliqua enim ada </a:t>
            </a:r>
            <a:br>
              <a:rPr lang="en" sz="1400" b="1"/>
            </a:br>
            <a:r>
              <a:rPr lang="en" sz="1400" b="1"/>
              <a:t> </a:t>
            </a:r>
            <a:r>
              <a:rPr lang="en" sz="1400" b="1" u="sng">
                <a:solidFill>
                  <a:schemeClr val="hlink"/>
                </a:solidFill>
                <a:hlinkClick r:id="rId3"/>
              </a:rPr>
              <a:t>Nostrud exercitation ullamco</a:t>
            </a:r>
            <a:endParaRPr sz="1400" b="1"/>
          </a:p>
          <a:p>
            <a:pPr marL="457200" lvl="0" indent="-317500" algn="l" rtl="0">
              <a:spcBef>
                <a:spcPts val="1600"/>
              </a:spcBef>
              <a:spcAft>
                <a:spcPts val="0"/>
              </a:spcAft>
              <a:buSzPts val="1400"/>
              <a:buChar char="●"/>
            </a:pPr>
            <a:r>
              <a:rPr lang="en" sz="1400"/>
              <a:t>Ea c </a:t>
            </a:r>
            <a:r>
              <a:rPr lang="en" sz="1400" b="1"/>
              <a:t>Reprehen</a:t>
            </a:r>
            <a:r>
              <a:rPr lang="en" sz="1400"/>
              <a:t> Pariatur lorem ipsum dolor sit amet consectetur adipiscing elit sed do eiusmod tempor incididunt ut labore et dolore magna aliqua enim ad minim veniam quis nostrud exercitation ullamco laboris nisi</a:t>
            </a:r>
            <a:r>
              <a:rPr lang="en" sz="1400" b="1"/>
              <a:t>Adipiscing elita</a:t>
            </a:r>
            <a:r>
              <a:rPr lang="en" sz="1400"/>
              <a:t>Ut labore et dolore magna aliqua enim ad minim veniam quis nostrud exercitation ullamco la </a:t>
            </a:r>
            <a:endParaRPr sz="1400"/>
          </a:p>
          <a:p>
            <a:pPr marL="457200" lvl="0" indent="-317500" algn="l" rtl="0">
              <a:spcBef>
                <a:spcPts val="0"/>
              </a:spcBef>
              <a:spcAft>
                <a:spcPts val="0"/>
              </a:spcAft>
              <a:buSzPts val="1400"/>
              <a:buChar char="●"/>
            </a:pPr>
            <a:r>
              <a:rPr lang="en" sz="1400"/>
              <a:t>Ad minim veniam quis nostrud exercitation ullamco laboris nisi aliquip ex ea commodo consequat duis aute irure in reprehenderit voluptate velit esse cillum fugiat nulla pariatur lorem ipsum dolor sit amet consectetur adipiscing elit sed do eiusmod tempor incididunt ut labore et dolore magna aliqua enim ad minim veniam quis nostrud exercitation ullamco laboris nisi aliquip ex ea commodo consequat duis aute irure in repr </a:t>
            </a:r>
            <a:endParaRPr sz="1400"/>
          </a:p>
        </p:txBody>
      </p:sp>
      <p:pic>
        <p:nvPicPr>
          <p:cNvPr id="118" name="Google Shape;118;p26"/>
          <p:cNvPicPr preferRelativeResize="0"/>
          <p:nvPr/>
        </p:nvPicPr>
        <p:blipFill>
          <a:blip r:embed="rId4">
            <a:alphaModFix/>
          </a:blip>
          <a:stretch>
            <a:fillRect/>
          </a:stretch>
        </p:blipFill>
        <p:spPr>
          <a:xfrm>
            <a:off x="5983600" y="1009850"/>
            <a:ext cx="2848700" cy="2676949"/>
          </a:xfrm>
          <a:prstGeom prst="rect">
            <a:avLst/>
          </a:prstGeom>
          <a:noFill/>
          <a:ln>
            <a:noFill/>
          </a:ln>
        </p:spPr>
      </p:pic>
      <p:pic>
        <p:nvPicPr>
          <p:cNvPr id="119" name="Google Shape;119;p26"/>
          <p:cNvPicPr preferRelativeResize="0"/>
          <p:nvPr/>
        </p:nvPicPr>
        <p:blipFill>
          <a:blip r:embed="rId5">
            <a:alphaModFix/>
          </a:blip>
          <a:stretch>
            <a:fillRect/>
          </a:stretch>
        </p:blipFill>
        <p:spPr>
          <a:xfrm>
            <a:off x="7430772" y="3771075"/>
            <a:ext cx="1401528" cy="1306624"/>
          </a:xfrm>
          <a:prstGeom prst="rect">
            <a:avLst/>
          </a:prstGeom>
          <a:noFill/>
          <a:ln>
            <a:noFill/>
          </a:ln>
        </p:spPr>
      </p:pic>
      <p:pic>
        <p:nvPicPr>
          <p:cNvPr id="120" name="Google Shape;120;p26"/>
          <p:cNvPicPr preferRelativeResize="0"/>
          <p:nvPr/>
        </p:nvPicPr>
        <p:blipFill>
          <a:blip r:embed="rId6">
            <a:alphaModFix/>
          </a:blip>
          <a:stretch>
            <a:fillRect/>
          </a:stretch>
        </p:blipFill>
        <p:spPr>
          <a:xfrm>
            <a:off x="5983600" y="3767800"/>
            <a:ext cx="1408975" cy="1306625"/>
          </a:xfrm>
          <a:prstGeom prst="rect">
            <a:avLst/>
          </a:prstGeom>
          <a:noFill/>
          <a:ln>
            <a:noFill/>
          </a:ln>
        </p:spPr>
      </p:pic>
      <p:pic>
        <p:nvPicPr>
          <p:cNvPr id="121" name="Google Shape;121;p26" descr="Laboris nisi aliquip ex ea commodo consequat duis aute irure in reprehenderit voluptate velit esse cillum fugiat nulla pariatur lorem ipsum dolor sit amet consectetur adipiscing elit sed do eiusmod tempor incididunt ut labore et dolore magna aliqua enim ad minim veniam quis nostrud exercitation ullamco laboris nisi aliquip ex ea commodo consequat duis aute irure in reprehenderit voluptate velit esse cillum fugiat nulla pariatur lorem ipsum dolor sit amet consectetur adipiscing elit sed do eiusmod tempor incididunt ut labore et dolore magna aliqua enim ad minim veniam quis nostrud exercitation ullamco laboris nisi aliquip ex ea commodo consequat duis aute irure in reprehenderit voluptate velit esse cillum fugiat nulla pariatur lorem ipsum dolor sit amet consectetur adipiscing elit sed do eiusmod tempor incididunt ut labore et dolore magna aliqua enim ad minim veniam quis nostrud exercitation ullamco laboris nisi aliquip ex ea commodo consequat duis aute irure in reprehenderit voluptate velit esse cillum fugiat nulla pariatur lorem ipsum dolor sit amet consectetur adipiscing elit sed do eiusmod tempor incididunt ut labore et dolore magna aliqua enim ad minim veniam quis nostrud exercitation ullamco laboris nisi aliquip ex ea commodo consequat duis aute irure in reprehenderit voluptate velit esse cillum fugiat nulla pariatur lorem ipsum dolor sit amet consectetur adipiscing elit sed do eiusmod tempor incididunt ut labore et dolore magna aliqua enim ad minim veniam quis nostrud exercitation ullamco laboris nisi aliquip ex ea commodo consequat duis aute irure in reprehenderit voluptate velit esse cillum fugiat nulla pariatur lorem ipsum dolor sit amet consectetur adipiscing elit sed do eiusmod tempor incididunt ut labore et dolore magna aliqua enim ad minim veniam quis nostrud exercitation ullamco laboris nisi aliquip ex ea commodo consequat duis aute irure in reprehenderit voluptate velit esse cillum fugiat nulla pariatur lorem ipsum dolor sit amet consectetur adipiscing elit sed do eiusmod tempor incididunt ut labore et dolore magna aliqua enim ad minim veniam quis nostrud exercitation ullamco laboris nisi aliquip ex ea commodo consequat duis aute irure in reprehenderit voluptate velit esse cillum fugiat nulla pariatur lorem ipsum dolor sit amet consectetur adipiscing elit sed do eiusmod tempor incididunt ut labore et dolore magna aliqua enim ad minim veniam quis nostrud exercitation ullamcoa" title="Duis aute irure in reprehenderit voluptate">
            <a:hlinkClick r:id="rId7"/>
          </p:cNvPr>
          <p:cNvPicPr preferRelativeResize="0"/>
          <p:nvPr/>
        </p:nvPicPr>
        <p:blipFill>
          <a:blip r:embed="rId8">
            <a:alphaModFix/>
          </a:blip>
          <a:stretch>
            <a:fillRect/>
          </a:stretch>
        </p:blipFill>
        <p:spPr>
          <a:xfrm>
            <a:off x="4566900" y="929900"/>
            <a:ext cx="1277400" cy="958050"/>
          </a:xfrm>
          <a:prstGeom prst="rect">
            <a:avLst/>
          </a:prstGeom>
          <a:noFill/>
          <a:ln>
            <a:noFill/>
          </a:ln>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121"/>
                                        </p:tgtEl>
                                        <p:attrNameLst>
                                          <p:attrName>style.visibility</p:attrName>
                                        </p:attrNameLst>
                                      </p:cBhvr>
                                      <p:to>
                                        <p:strVal val="visible"/>
                                      </p:to>
                                    </p:set>
                                    <p:animEffect transition="in" filter="fade">
                                      <p:cBhvr>
                                        <p:cTn id="7" dur="1000"/>
                                        <p:tgtEl>
                                          <p:spTgt spid="12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xml><?xml version="1.0" encoding="utf-8"?>
<p:sld xmlns:a="http://schemas.openxmlformats.org/drawingml/2006/main" xmlns:r="http://schemas.openxmlformats.org/officeDocument/2006/relationships" xmlns:p="http://schemas.openxmlformats.org/presentationml/2006/main">
  <p:cSld>
    <p:bg>
      <p:bgPr>
        <a:solidFill>
          <a:schemeClr val="dk1"/>
        </a:solidFill>
        <a:effectLst/>
      </p:bgPr>
    </p:bg>
    <p:spTree>
      <p:nvGrpSpPr>
        <p:cNvPr id="1" name="Shape 125"/>
        <p:cNvGrpSpPr/>
        <p:nvPr/>
      </p:nvGrpSpPr>
      <p:grpSpPr>
        <a:xfrm>
          <a:off x="0" y="0"/>
          <a:ext cx="0" cy="0"/>
          <a:chOff x="0" y="0"/>
          <a:chExt cx="0" cy="0"/>
        </a:xfrm>
      </p:grpSpPr>
      <p:sp>
        <p:nvSpPr>
          <p:cNvPr id="126" name="Google Shape;126;p27"/>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solidFill>
                  <a:srgbClr val="000000"/>
                </a:solidFill>
              </a:rPr>
              <a:t>Esse cillum fugiat nulla par</a:t>
            </a:r>
            <a:endParaRPr>
              <a:solidFill>
                <a:srgbClr val="000000"/>
              </a:solidFill>
            </a:endParaRPr>
          </a:p>
        </p:txBody>
      </p:sp>
      <p:sp>
        <p:nvSpPr>
          <p:cNvPr id="127" name="Google Shape;127;p27"/>
          <p:cNvSpPr txBox="1">
            <a:spLocks noGrp="1"/>
          </p:cNvSpPr>
          <p:nvPr>
            <p:ph type="body" idx="1"/>
          </p:nvPr>
        </p:nvSpPr>
        <p:spPr>
          <a:xfrm>
            <a:off x="311700" y="1152475"/>
            <a:ext cx="8520600" cy="3416400"/>
          </a:xfrm>
          <a:prstGeom prst="rect">
            <a:avLst/>
          </a:prstGeom>
        </p:spPr>
        <p:txBody>
          <a:bodyPr spcFirstLastPara="1" wrap="square" lIns="91425" tIns="91425" rIns="91425" bIns="91425" anchor="t" anchorCtr="0">
            <a:noAutofit/>
          </a:bodyPr>
          <a:lstStyle/>
          <a:p>
            <a:pPr marL="457200" lvl="0" indent="-342900" algn="l" rtl="0">
              <a:spcBef>
                <a:spcPts val="0"/>
              </a:spcBef>
              <a:spcAft>
                <a:spcPts val="0"/>
              </a:spcAft>
              <a:buClr>
                <a:srgbClr val="000000"/>
              </a:buClr>
              <a:buSzPts val="1800"/>
              <a:buAutoNum type="arabicPeriod"/>
            </a:pPr>
            <a:r>
              <a:rPr lang="en">
                <a:solidFill>
                  <a:srgbClr val="000000"/>
                </a:solidFill>
              </a:rPr>
              <a:t>Owner sentence: The survey cart weighs 42 kilograms.</a:t>
            </a:r>
            <a:endParaRPr>
              <a:solidFill>
                <a:srgbClr val="000000"/>
              </a:solidFill>
            </a:endParaRPr>
          </a:p>
          <a:p>
            <a:pPr marL="457200" lvl="0" indent="-342900" algn="l" rtl="0">
              <a:spcBef>
                <a:spcPts val="0"/>
              </a:spcBef>
              <a:spcAft>
                <a:spcPts val="0"/>
              </a:spcAft>
              <a:buClr>
                <a:srgbClr val="000000"/>
              </a:buClr>
              <a:buSzPts val="1800"/>
              <a:buAutoNum type="arabicPeriod"/>
            </a:pPr>
            <a:r>
              <a:rPr lang="en">
                <a:solidFill>
                  <a:srgbClr val="000000"/>
                </a:solidFill>
              </a:rPr>
              <a:t>Quis nostrud exercitation ullamco laboris nisi aliquip exa </a:t>
            </a:r>
            <a:r>
              <a:rPr lang="en" i="1">
                <a:solidFill>
                  <a:srgbClr val="000000"/>
                </a:solidFill>
              </a:rPr>
              <a:t>Ex ea co</a:t>
            </a:r>
            <a:r>
              <a:rPr lang="en">
                <a:solidFill>
                  <a:srgbClr val="000000"/>
                </a:solidFill>
              </a:rPr>
              <a:t> In reprehenderit voluptate velit esse cillum fugiat nulla pariatur lorem ipsum dolor sit amet c</a:t>
            </a:r>
            <a:endParaRPr>
              <a:solidFill>
                <a:srgbClr val="000000"/>
              </a:solidFill>
            </a:endParaRPr>
          </a:p>
          <a:p>
            <a:pPr marL="0" lvl="0" indent="0" algn="l" rtl="0">
              <a:spcBef>
                <a:spcPts val="1600"/>
              </a:spcBef>
              <a:spcAft>
                <a:spcPts val="1600"/>
              </a:spcAft>
              <a:buNone/>
            </a:pPr>
            <a:r>
              <a:rPr lang="en">
                <a:solidFill>
                  <a:srgbClr val="000000"/>
                </a:solidFill>
              </a:rPr>
              <a:t>Nulla pariatur lorem ipsum dolor sit amet consectetur adipiscing elit sed do eiusmod tempor incididunt ut labore et dolore magna aliqua enim ad minim veniam quis nostrud exercitation ullamco laboris nisi aliquip ex ea commodo consequat duis aute irure in reprehenderit voluptate velit esse cillum fugiat nulla pariatur lorem ipsum dolor sit amet consectetur adipiscing elit sed doa</a:t>
            </a:r>
            <a:endParaRPr>
              <a:solidFill>
                <a:srgbClr val="000000"/>
              </a:solidFill>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131"/>
        <p:cNvGrpSpPr/>
        <p:nvPr/>
      </p:nvGrpSpPr>
      <p:grpSpPr>
        <a:xfrm>
          <a:off x="0" y="0"/>
          <a:ext cx="0" cy="0"/>
          <a:chOff x="0" y="0"/>
          <a:chExt cx="0" cy="0"/>
        </a:xfrm>
      </p:grpSpPr>
      <p:sp>
        <p:nvSpPr>
          <p:cNvPr id="132" name="Google Shape;132;p28"/>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t>Consectetur adipiscing elit sed do eiusmod tempor inc</a:t>
            </a:r>
            <a:endParaRPr/>
          </a:p>
        </p:txBody>
      </p:sp>
      <p:sp>
        <p:nvSpPr>
          <p:cNvPr id="133" name="Google Shape;133;p28"/>
          <p:cNvSpPr txBox="1">
            <a:spLocks noGrp="1"/>
          </p:cNvSpPr>
          <p:nvPr>
            <p:ph type="body" idx="1"/>
          </p:nvPr>
        </p:nvSpPr>
        <p:spPr>
          <a:xfrm>
            <a:off x="311700" y="1170125"/>
            <a:ext cx="5532600" cy="37473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sz="1700"/>
              <a:t>Incididunt ut laborea </a:t>
            </a:r>
            <a:r>
              <a:rPr lang="en" sz="1700" b="1"/>
              <a:t>Enim ad minim veniam quis nostruda</a:t>
            </a:r>
            <a:r>
              <a:rPr lang="en" sz="1700"/>
              <a:t>U</a:t>
            </a:r>
            <a:endParaRPr sz="1700"/>
          </a:p>
          <a:p>
            <a:pPr marL="457200" lvl="0" indent="-336550" algn="l" rtl="0">
              <a:spcBef>
                <a:spcPts val="1600"/>
              </a:spcBef>
              <a:spcAft>
                <a:spcPts val="0"/>
              </a:spcAft>
              <a:buSzPts val="1700"/>
              <a:buChar char="●"/>
            </a:pPr>
            <a:r>
              <a:rPr lang="en" sz="1700" b="1"/>
              <a:t>Consequat duis aute iru</a:t>
            </a:r>
            <a:endParaRPr sz="1700" b="1"/>
          </a:p>
          <a:p>
            <a:pPr marL="457200" lvl="0" indent="-336550" algn="l" rtl="0">
              <a:spcBef>
                <a:spcPts val="0"/>
              </a:spcBef>
              <a:spcAft>
                <a:spcPts val="0"/>
              </a:spcAft>
              <a:buSzPts val="1700"/>
              <a:buChar char="●"/>
            </a:pPr>
            <a:r>
              <a:rPr lang="en" sz="1700" b="1"/>
              <a:t>Velit esse cillum</a:t>
            </a:r>
            <a:endParaRPr sz="1700" b="1"/>
          </a:p>
          <a:p>
            <a:pPr marL="457200" lvl="0" indent="-336550" algn="l" rtl="0">
              <a:spcBef>
                <a:spcPts val="0"/>
              </a:spcBef>
              <a:spcAft>
                <a:spcPts val="0"/>
              </a:spcAft>
              <a:buSzPts val="1700"/>
              <a:buChar char="●"/>
            </a:pPr>
            <a:r>
              <a:rPr lang="en" sz="1700" b="1"/>
              <a:t>Ipsum dolor sit</a:t>
            </a:r>
            <a:endParaRPr sz="1700" b="1"/>
          </a:p>
          <a:p>
            <a:pPr marL="0" lvl="0" indent="0" algn="l" rtl="0">
              <a:spcBef>
                <a:spcPts val="1600"/>
              </a:spcBef>
              <a:spcAft>
                <a:spcPts val="0"/>
              </a:spcAft>
              <a:buNone/>
            </a:pPr>
            <a:r>
              <a:rPr lang="en" sz="1700"/>
              <a:t>Sed do eiusmod tempor incididunt ut labore et dolore ma</a:t>
            </a:r>
            <a:endParaRPr sz="1700"/>
          </a:p>
          <a:p>
            <a:pPr marL="0" lvl="0" indent="0" algn="l" rtl="0">
              <a:spcBef>
                <a:spcPts val="1600"/>
              </a:spcBef>
              <a:spcAft>
                <a:spcPts val="1600"/>
              </a:spcAft>
              <a:buNone/>
            </a:pPr>
            <a:r>
              <a:rPr lang="en" sz="1700"/>
              <a:t>Et dolore magna aliqua enim ad minim veniam quis nostrud exercitation ullamco laboris nisi aliquip ex ea commodo consequat duis aute irure in reprehenderit voluptate velit esse cillum fugiat nulla pariatur lore </a:t>
            </a:r>
            <a:endParaRPr sz="1700"/>
          </a:p>
        </p:txBody>
      </p:sp>
      <p:pic>
        <p:nvPicPr>
          <p:cNvPr id="134" name="Google Shape;134;p28"/>
          <p:cNvPicPr preferRelativeResize="0"/>
          <p:nvPr/>
        </p:nvPicPr>
        <p:blipFill>
          <a:blip r:embed="rId3">
            <a:alphaModFix/>
          </a:blip>
          <a:stretch>
            <a:fillRect/>
          </a:stretch>
        </p:blipFill>
        <p:spPr>
          <a:xfrm>
            <a:off x="5983600" y="1170125"/>
            <a:ext cx="2848700" cy="2676949"/>
          </a:xfrm>
          <a:prstGeom prst="rect">
            <a:avLst/>
          </a:prstGeom>
          <a:noFill/>
          <a:ln>
            <a:noFill/>
          </a:ln>
        </p:spPr>
      </p:pic>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chemeClr val="dk1"/>
        </a:solidFill>
        <a:effectLst/>
      </p:bgPr>
    </p:bg>
    <p:spTree>
      <p:nvGrpSpPr>
        <p:cNvPr id="1" name="Shape 138"/>
        <p:cNvGrpSpPr/>
        <p:nvPr/>
      </p:nvGrpSpPr>
      <p:grpSpPr>
        <a:xfrm>
          <a:off x="0" y="0"/>
          <a:ext cx="0" cy="0"/>
          <a:chOff x="0" y="0"/>
          <a:chExt cx="0" cy="0"/>
        </a:xfrm>
      </p:grpSpPr>
      <p:sp>
        <p:nvSpPr>
          <p:cNvPr id="139" name="Google Shape;139;p29"/>
          <p:cNvSpPr txBox="1">
            <a:spLocks noGrp="1"/>
          </p:cNvSpPr>
          <p:nvPr>
            <p:ph type="title"/>
          </p:nvPr>
        </p:nvSpPr>
        <p:spPr>
          <a:xfrm>
            <a:off x="311700" y="445025"/>
            <a:ext cx="8722500" cy="5727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solidFill>
                  <a:srgbClr val="000000"/>
                </a:solidFill>
              </a:rPr>
              <a:t>Veniam quis nostrud exercitation ullamco laboris nisi aliq</a:t>
            </a:r>
            <a:endParaRPr>
              <a:solidFill>
                <a:srgbClr val="000000"/>
              </a:solidFill>
            </a:endParaRPr>
          </a:p>
        </p:txBody>
      </p:sp>
      <p:sp>
        <p:nvSpPr>
          <p:cNvPr id="140" name="Google Shape;140;p29"/>
          <p:cNvSpPr txBox="1">
            <a:spLocks noGrp="1"/>
          </p:cNvSpPr>
          <p:nvPr>
            <p:ph type="body" idx="1"/>
          </p:nvPr>
        </p:nvSpPr>
        <p:spPr>
          <a:xfrm>
            <a:off x="311700" y="1152475"/>
            <a:ext cx="8520600" cy="34164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solidFill>
                  <a:srgbClr val="000000"/>
                </a:solidFill>
              </a:rPr>
              <a:t>Aliquip ex ea commodo consequat duis aute irure in reprehenderit voluptate velit esse cillum fugiat nulla pariatur lorem ipsum dolor sit amet consectetur ad </a:t>
            </a:r>
            <a:r>
              <a:rPr lang="en" u="sng">
                <a:solidFill>
                  <a:schemeClr val="hlink"/>
                </a:solidFill>
                <a:hlinkClick r:id="rId3"/>
              </a:rPr>
              <a:t>Irur</a:t>
            </a:r>
            <a:r>
              <a:rPr lang="en">
                <a:solidFill>
                  <a:srgbClr val="000000"/>
                </a:solidFill>
              </a:rPr>
              <a:t>F</a:t>
            </a:r>
            <a:endParaRPr>
              <a:solidFill>
                <a:srgbClr val="000000"/>
              </a:solidFill>
            </a:endParaRPr>
          </a:p>
          <a:p>
            <a:pPr marL="0" lvl="0" indent="0" algn="l" rtl="0">
              <a:spcBef>
                <a:spcPts val="1600"/>
              </a:spcBef>
              <a:spcAft>
                <a:spcPts val="0"/>
              </a:spcAft>
              <a:buNone/>
            </a:pPr>
            <a:r>
              <a:rPr lang="en">
                <a:solidFill>
                  <a:srgbClr val="000000"/>
                </a:solidFill>
              </a:rPr>
              <a:t>Amet consectetur a </a:t>
            </a:r>
            <a:r>
              <a:rPr lang="en" u="sng">
                <a:solidFill>
                  <a:schemeClr val="hlink"/>
                </a:solidFill>
                <a:hlinkClick r:id="rId4"/>
              </a:rPr>
              <a:t>Tempor incididunt ut labore et</a:t>
            </a:r>
            <a:r>
              <a:rPr lang="en">
                <a:solidFill>
                  <a:srgbClr val="000000"/>
                </a:solidFill>
              </a:rPr>
              <a:t> Aliqua enim ad minim veniam quis nostrud exercitation ul </a:t>
            </a:r>
            <a:r>
              <a:rPr lang="en" b="1">
                <a:solidFill>
                  <a:srgbClr val="000000"/>
                </a:solidFill>
              </a:rPr>
              <a:t>Exercitation ul</a:t>
            </a:r>
            <a:r>
              <a:rPr lang="en">
                <a:solidFill>
                  <a:srgbClr val="000000"/>
                </a:solidFill>
              </a:rPr>
              <a:t> Commodo consequat duis aute irure in reprehenderit voluptate velit es</a:t>
            </a:r>
            <a:endParaRPr>
              <a:solidFill>
                <a:srgbClr val="000000"/>
              </a:solidFill>
            </a:endParaRPr>
          </a:p>
          <a:p>
            <a:pPr marL="0" lvl="0" indent="0" algn="l" rtl="0">
              <a:spcBef>
                <a:spcPts val="1600"/>
              </a:spcBef>
              <a:spcAft>
                <a:spcPts val="1600"/>
              </a:spcAft>
              <a:buNone/>
            </a:pPr>
            <a:r>
              <a:rPr lang="en">
                <a:solidFill>
                  <a:srgbClr val="000000"/>
                </a:solidFill>
              </a:rPr>
              <a:t>V</a:t>
            </a:r>
            <a:r>
              <a:rPr lang="en" sz="1200">
                <a:solidFill>
                  <a:srgbClr val="000000"/>
                </a:solidFill>
                <a:latin typeface="Times New Roman"/>
                <a:ea typeface="Times New Roman"/>
                <a:cs typeface="Times New Roman"/>
                <a:sym typeface="Times New Roman"/>
              </a:rPr>
              <a:t>Lorem ipsum dolor sit amet consectetur adipiscing elit sed do eiusmod tempor incididunt ut labore et dolore magna aliqua enim ad minim veniam quis nostrud exercitation ullamco laboris nisi aliquip ex ea commodo consequat duis aute irure in reprehenderit voluptat</a:t>
            </a:r>
            <a:endParaRPr>
              <a:solidFill>
                <a:srgbClr val="000000"/>
              </a:solidFill>
            </a:endParaRP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chemeClr val="dk1"/>
        </a:solidFill>
        <a:effectLst/>
      </p:bgPr>
    </p:bg>
    <p:spTree>
      <p:nvGrpSpPr>
        <p:cNvPr id="1" name="Shape 144"/>
        <p:cNvGrpSpPr/>
        <p:nvPr/>
      </p:nvGrpSpPr>
      <p:grpSpPr>
        <a:xfrm>
          <a:off x="0" y="0"/>
          <a:ext cx="0" cy="0"/>
          <a:chOff x="0" y="0"/>
          <a:chExt cx="0" cy="0"/>
        </a:xfrm>
      </p:grpSpPr>
      <p:pic>
        <p:nvPicPr>
          <p:cNvPr id="145" name="Google Shape;145;p30"/>
          <p:cNvPicPr preferRelativeResize="0"/>
          <p:nvPr/>
        </p:nvPicPr>
        <p:blipFill>
          <a:blip r:embed="rId3">
            <a:alphaModFix/>
          </a:blip>
          <a:stretch>
            <a:fillRect/>
          </a:stretch>
        </p:blipFill>
        <p:spPr>
          <a:xfrm>
            <a:off x="0" y="961325"/>
            <a:ext cx="9143997" cy="4290718"/>
          </a:xfrm>
          <a:prstGeom prst="rect">
            <a:avLst/>
          </a:prstGeom>
          <a:noFill/>
          <a:ln>
            <a:noFill/>
          </a:ln>
        </p:spPr>
      </p:pic>
      <p:sp>
        <p:nvSpPr>
          <p:cNvPr id="146" name="Google Shape;146;p30"/>
          <p:cNvSpPr txBox="1">
            <a:spLocks noGrp="1"/>
          </p:cNvSpPr>
          <p:nvPr>
            <p:ph type="title"/>
          </p:nvPr>
        </p:nvSpPr>
        <p:spPr>
          <a:xfrm>
            <a:off x="289700" y="0"/>
            <a:ext cx="8733300" cy="5727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sz="2600">
                <a:solidFill>
                  <a:srgbClr val="000000"/>
                </a:solidFill>
              </a:rPr>
              <a:t>Elit sed do eiusmod tempor incididunt ut labore et dolore magna ali</a:t>
            </a:r>
            <a:endParaRPr sz="2600">
              <a:solidFill>
                <a:srgbClr val="000000"/>
              </a:solidFill>
            </a:endParaRPr>
          </a:p>
          <a:p>
            <a:pPr marL="0" lvl="0" indent="0" algn="l" rtl="0">
              <a:spcBef>
                <a:spcPts val="0"/>
              </a:spcBef>
              <a:spcAft>
                <a:spcPts val="0"/>
              </a:spcAft>
              <a:buNone/>
            </a:pPr>
            <a:r>
              <a:rPr lang="en" sz="2600">
                <a:solidFill>
                  <a:srgbClr val="000000"/>
                </a:solidFill>
              </a:rPr>
              <a:t>Labore et dolore magna aliqua enim ad minim veniam quis nostrud</a:t>
            </a:r>
            <a:endParaRPr sz="2600">
              <a:solidFill>
                <a:srgbClr val="000000"/>
              </a:solidFill>
            </a:endParaRPr>
          </a:p>
        </p:txBody>
      </p:sp>
      <p:sp>
        <p:nvSpPr>
          <p:cNvPr id="147" name="Google Shape;147;p30"/>
          <p:cNvSpPr txBox="1"/>
          <p:nvPr/>
        </p:nvSpPr>
        <p:spPr>
          <a:xfrm>
            <a:off x="483650" y="1878275"/>
            <a:ext cx="6478500" cy="3540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sz="1100">
                <a:solidFill>
                  <a:srgbClr val="222222"/>
                </a:solidFill>
                <a:highlight>
                  <a:srgbClr val="FFFFFF"/>
                </a:highlight>
              </a:rPr>
              <a:t>Minim veniam quis nostrud exercitation ullamco laboris nisi aliquip ex ea commodo con</a:t>
            </a:r>
            <a:endParaRPr>
              <a:latin typeface="Average"/>
              <a:ea typeface="Average"/>
              <a:cs typeface="Average"/>
              <a:sym typeface="Average"/>
            </a:endParaRP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151"/>
        <p:cNvGrpSpPr/>
        <p:nvPr/>
      </p:nvGrpSpPr>
      <p:grpSpPr>
        <a:xfrm>
          <a:off x="0" y="0"/>
          <a:ext cx="0" cy="0"/>
          <a:chOff x="0" y="0"/>
          <a:chExt cx="0" cy="0"/>
        </a:xfrm>
      </p:grpSpPr>
      <p:sp>
        <p:nvSpPr>
          <p:cNvPr id="152" name="Google Shape;152;p31"/>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t>Nisi aliquip ex ea commodo consequat duis aute irure in r</a:t>
            </a:r>
            <a:endParaRPr/>
          </a:p>
        </p:txBody>
      </p:sp>
      <p:sp>
        <p:nvSpPr>
          <p:cNvPr id="153" name="Google Shape;153;p31"/>
          <p:cNvSpPr txBox="1">
            <a:spLocks noGrp="1"/>
          </p:cNvSpPr>
          <p:nvPr>
            <p:ph type="body" idx="1"/>
          </p:nvPr>
        </p:nvSpPr>
        <p:spPr>
          <a:xfrm>
            <a:off x="311700" y="1152475"/>
            <a:ext cx="3701400" cy="3663000"/>
          </a:xfrm>
          <a:prstGeom prst="rect">
            <a:avLst/>
          </a:prstGeom>
        </p:spPr>
        <p:txBody>
          <a:bodyPr spcFirstLastPara="1" wrap="square" lIns="91425" tIns="91425" rIns="91425" bIns="91425" anchor="t" anchorCtr="0">
            <a:noAutofit/>
          </a:bodyPr>
          <a:lstStyle/>
          <a:p>
            <a:pPr marL="0" lvl="0" indent="0" algn="l" rtl="0">
              <a:spcBef>
                <a:spcPts val="0"/>
              </a:spcBef>
              <a:spcAft>
                <a:spcPts val="1600"/>
              </a:spcAft>
              <a:buNone/>
            </a:pPr>
            <a:r>
              <a:rPr lang="en" sz="1600"/>
              <a:t>Aute irure in reprehenderit voluptate velit esse cillum fugiat nulla pariatur lorem ipsum dolor sit amet consectetur adipiscing elit sed do eiusmod tempor incididunt u </a:t>
            </a:r>
            <a:r>
              <a:rPr lang="en" sz="1600" b="1"/>
              <a:t>Cillum fugiat nullaa</a:t>
            </a:r>
            <a:r>
              <a:rPr lang="en" sz="1600"/>
              <a:t>S</a:t>
            </a:r>
            <a:br>
              <a:rPr lang="en" sz="1600"/>
            </a:br>
            <a:br>
              <a:rPr lang="en" sz="1600"/>
            </a:br>
            <a:r>
              <a:rPr lang="en" sz="1600"/>
              <a:t>Eiusmod tempor incididunt ut labore et dolore magna aliqua enim ad minim veniam quis nostrud exercitation ullamco laboris nisi aliquip ex ea commodo consequat duis aute i</a:t>
            </a:r>
            <a:endParaRPr sz="1600"/>
          </a:p>
        </p:txBody>
      </p:sp>
      <p:pic>
        <p:nvPicPr>
          <p:cNvPr id="154" name="Google Shape;154;p31"/>
          <p:cNvPicPr preferRelativeResize="0"/>
          <p:nvPr/>
        </p:nvPicPr>
        <p:blipFill>
          <a:blip r:embed="rId3">
            <a:alphaModFix/>
          </a:blip>
          <a:stretch>
            <a:fillRect/>
          </a:stretch>
        </p:blipFill>
        <p:spPr>
          <a:xfrm>
            <a:off x="4181350" y="1234301"/>
            <a:ext cx="4747470" cy="3111687"/>
          </a:xfrm>
          <a:prstGeom prst="rect">
            <a:avLst/>
          </a:prstGeom>
          <a:noFill/>
          <a:ln>
            <a:noFill/>
          </a:ln>
        </p:spPr>
      </p:pic>
      <p:sp>
        <p:nvSpPr>
          <p:cNvPr id="155" name="Google Shape;155;p31"/>
          <p:cNvSpPr txBox="1"/>
          <p:nvPr/>
        </p:nvSpPr>
        <p:spPr>
          <a:xfrm>
            <a:off x="6240025" y="4562575"/>
            <a:ext cx="2745300" cy="400200"/>
          </a:xfrm>
          <a:prstGeom prst="rect">
            <a:avLst/>
          </a:prstGeom>
          <a:noFill/>
          <a:ln>
            <a:noFill/>
          </a:ln>
        </p:spPr>
        <p:txBody>
          <a:bodyPr spcFirstLastPara="1" wrap="square" lIns="91425" tIns="91425" rIns="91425" bIns="91425" anchor="t" anchorCtr="0">
            <a:spAutoFit/>
          </a:bodyPr>
          <a:lstStyle/>
          <a:p>
            <a:pPr marL="0" lvl="0" indent="0" algn="r" rtl="0">
              <a:spcBef>
                <a:spcPts val="0"/>
              </a:spcBef>
              <a:spcAft>
                <a:spcPts val="0"/>
              </a:spcAft>
              <a:buNone/>
            </a:pPr>
            <a:r>
              <a:rPr lang="en" u="sng">
                <a:solidFill>
                  <a:schemeClr val="hlink"/>
                </a:solidFill>
                <a:latin typeface="Average"/>
                <a:ea typeface="Average"/>
                <a:cs typeface="Average"/>
                <a:sym typeface="Average"/>
                <a:hlinkClick r:id="rId4"/>
              </a:rPr>
              <a:t>Magna aliqua enim ad mini</a:t>
            </a:r>
            <a:endParaRPr>
              <a:solidFill>
                <a:srgbClr val="E0E0E0"/>
              </a:solidFill>
              <a:latin typeface="Average"/>
              <a:ea typeface="Average"/>
              <a:cs typeface="Average"/>
              <a:sym typeface="Average"/>
            </a:endParaRPr>
          </a:p>
        </p:txBody>
      </p:sp>
      <p:sp>
        <p:nvSpPr>
          <p:cNvPr id="156" name="Google Shape;156;p31"/>
          <p:cNvSpPr txBox="1"/>
          <p:nvPr/>
        </p:nvSpPr>
        <p:spPr>
          <a:xfrm>
            <a:off x="311700" y="4454875"/>
            <a:ext cx="6330600" cy="6156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a:solidFill>
                  <a:srgbClr val="FF0000"/>
                </a:solidFill>
                <a:latin typeface="Average"/>
                <a:ea typeface="Average"/>
                <a:cs typeface="Average"/>
                <a:sym typeface="Average"/>
              </a:rPr>
              <a:t>Nostrud exercitation ullamco laboris nisi aliquip ex ea commodo consequat duis aute irure in reprehenderita</a:t>
            </a:r>
            <a:endParaRPr>
              <a:solidFill>
                <a:srgbClr val="FF0000"/>
              </a:solidFill>
              <a:latin typeface="Average"/>
              <a:ea typeface="Average"/>
              <a:cs typeface="Average"/>
              <a:sym typeface="Average"/>
            </a:endParaRP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160"/>
        <p:cNvGrpSpPr/>
        <p:nvPr/>
      </p:nvGrpSpPr>
      <p:grpSpPr>
        <a:xfrm>
          <a:off x="0" y="0"/>
          <a:ext cx="0" cy="0"/>
          <a:chOff x="0" y="0"/>
          <a:chExt cx="0" cy="0"/>
        </a:xfrm>
      </p:grpSpPr>
      <p:sp>
        <p:nvSpPr>
          <p:cNvPr id="161" name="Google Shape;161;p32"/>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t>Eaa </a:t>
            </a:r>
            <a:r>
              <a:rPr lang="en" b="1"/>
              <a:t>Reprehend</a:t>
            </a:r>
            <a:r>
              <a:rPr lang="en"/>
              <a:t> Pariatur lorem ipsum dolor sit amet</a:t>
            </a:r>
            <a:endParaRPr/>
          </a:p>
        </p:txBody>
      </p:sp>
      <p:sp>
        <p:nvSpPr>
          <p:cNvPr id="162" name="Google Shape;162;p32"/>
          <p:cNvSpPr txBox="1">
            <a:spLocks noGrp="1"/>
          </p:cNvSpPr>
          <p:nvPr>
            <p:ph type="body" idx="1"/>
          </p:nvPr>
        </p:nvSpPr>
        <p:spPr>
          <a:xfrm>
            <a:off x="311700" y="1152475"/>
            <a:ext cx="8520600" cy="34164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sz="1500"/>
              <a:t>Adipiscing el</a:t>
            </a:r>
            <a:br>
              <a:rPr lang="en" sz="1500"/>
            </a:br>
            <a:r>
              <a:rPr lang="en" sz="1500"/>
              <a:t>Ut labore et d</a:t>
            </a:r>
            <a:br>
              <a:rPr lang="en" sz="1500"/>
            </a:br>
            <a:r>
              <a:rPr lang="en" sz="1500"/>
              <a:t>A</a:t>
            </a:r>
            <a:r>
              <a:rPr lang="en" sz="1500" baseline="-25000"/>
              <a:t>L</a:t>
            </a:r>
            <a:r>
              <a:rPr lang="en" sz="1500"/>
              <a:t> Duis aute</a:t>
            </a:r>
            <a:br>
              <a:rPr lang="en" sz="1500"/>
            </a:br>
            <a:r>
              <a:rPr lang="en" sz="1500"/>
              <a:t>E</a:t>
            </a:r>
            <a:r>
              <a:rPr lang="en" sz="1500" baseline="-25000"/>
              <a:t>D</a:t>
            </a:r>
            <a:r>
              <a:rPr lang="en" sz="1500"/>
              <a:t> </a:t>
            </a:r>
            <a:r>
              <a:rPr lang="en" sz="1500" baseline="-25000"/>
              <a:t> </a:t>
            </a:r>
            <a:r>
              <a:rPr lang="en" sz="1500"/>
              <a:t>Do eiu</a:t>
            </a:r>
            <a:br>
              <a:rPr lang="en" sz="1500"/>
            </a:br>
            <a:r>
              <a:rPr lang="en" sz="1500"/>
              <a:t>D</a:t>
            </a:r>
            <a:r>
              <a:rPr lang="en" sz="1500" baseline="-25000"/>
              <a:t>Q</a:t>
            </a:r>
            <a:r>
              <a:rPr lang="en" sz="1500"/>
              <a:t> Ex ea commodo con</a:t>
            </a:r>
            <a:r>
              <a:rPr lang="en" sz="1500" baseline="-25000"/>
              <a:t>I</a:t>
            </a:r>
            <a:r>
              <a:rPr lang="en" sz="1500"/>
              <a:t>Nul</a:t>
            </a:r>
            <a:br>
              <a:rPr lang="en" sz="1400"/>
            </a:br>
            <a:r>
              <a:rPr lang="en" sz="1400"/>
              <a:t>Consectetura </a:t>
            </a:r>
            <a:br>
              <a:rPr lang="en" sz="1400"/>
            </a:br>
            <a:br>
              <a:rPr lang="en" sz="1400"/>
            </a:br>
            <a:r>
              <a:rPr lang="en" sz="1400" b="1"/>
              <a:t>Incididunt ut labore et dolore magna aliqua enim ad min </a:t>
            </a:r>
            <a:br>
              <a:rPr lang="en" sz="1400" b="1"/>
            </a:br>
            <a:r>
              <a:rPr lang="en" sz="1400" b="1"/>
              <a:t>Enim ad minim veniam quis nostrud exercitat </a:t>
            </a:r>
            <a:br>
              <a:rPr lang="en" sz="1400" b="1"/>
            </a:br>
            <a:br>
              <a:rPr lang="en" sz="1400" b="1"/>
            </a:br>
            <a:r>
              <a:rPr lang="en" sz="1200"/>
              <a:t>Ullamco laboris nisi aliquip exa</a:t>
            </a:r>
            <a:r>
              <a:rPr lang="en" sz="1200" i="1"/>
              <a:t>Consequat duis aute irure in reprehender</a:t>
            </a:r>
            <a:r>
              <a:rPr lang="en" sz="1200"/>
              <a:t>V </a:t>
            </a:r>
            <a:br>
              <a:rPr lang="en" sz="1200"/>
            </a:br>
            <a:r>
              <a:rPr lang="en" sz="1200"/>
              <a:t>Ipsum dolor sit amet consectetur adipiscing elit sed do eiusmod tempor inci  </a:t>
            </a:r>
            <a:r>
              <a:rPr lang="en" sz="1200" u="sng">
                <a:solidFill>
                  <a:schemeClr val="accent5"/>
                </a:solidFill>
                <a:hlinkClick r:id="rId3">
                  <a:extLst>
                    <a:ext uri="{A12FA001-AC4F-418D-AE19-62706E023703}">
                      <ahyp:hlinkClr xmlns:ahyp="http://schemas.microsoft.com/office/drawing/2018/hyperlinkcolor" val="tx"/>
                    </a:ext>
                  </a:extLst>
                </a:hlinkClick>
              </a:rPr>
              <a:t>Sed do eiusmod tempor incididunt ut labore et dolore magn</a:t>
            </a:r>
            <a:br>
              <a:rPr lang="en" sz="1200"/>
            </a:br>
            <a:r>
              <a:rPr lang="en" sz="1200"/>
              <a:t>Et dolore magn </a:t>
            </a:r>
            <a:r>
              <a:rPr lang="en" sz="1200" i="1"/>
              <a:t>Veniam quis nostrud exercitation ullamco laboris nisi</a:t>
            </a:r>
            <a:r>
              <a:rPr lang="en" sz="1200"/>
              <a:t>Aliquip ex ea </a:t>
            </a:r>
            <a:br>
              <a:rPr lang="en" sz="1200"/>
            </a:br>
            <a:r>
              <a:rPr lang="en" sz="1200" u="sng">
                <a:solidFill>
                  <a:schemeClr val="accent5"/>
                </a:solidFill>
                <a:hlinkClick r:id="rId4">
                  <a:extLst>
                    <a:ext uri="{A12FA001-AC4F-418D-AE19-62706E023703}">
                      <ahyp:hlinkClr xmlns:ahyp="http://schemas.microsoft.com/office/drawing/2018/hyperlinkcolor" val="tx"/>
                    </a:ext>
                  </a:extLst>
                </a:hlinkClick>
              </a:rPr>
              <a:t>Irure in reprehenderit voluptate velit esse cillum fugiat nulla pariatur lorem ipsuma</a:t>
            </a:r>
            <a:br>
              <a:rPr lang="en" sz="1200"/>
            </a:br>
            <a:r>
              <a:rPr lang="en" sz="1200"/>
              <a:t>Fugiat nulla pariatur lorem ipsum dolor sit amet consectetur  </a:t>
            </a:r>
            <a:r>
              <a:rPr lang="en" sz="1200" u="sng">
                <a:solidFill>
                  <a:schemeClr val="accent5"/>
                </a:solidFill>
                <a:hlinkClick r:id="rId5">
                  <a:extLst>
                    <a:ext uri="{A12FA001-AC4F-418D-AE19-62706E023703}">
                      <ahyp:hlinkClr xmlns:ahyp="http://schemas.microsoft.com/office/drawing/2018/hyperlinkcolor" val="tx"/>
                    </a:ext>
                  </a:extLst>
                </a:hlinkClick>
              </a:rPr>
              <a:t>Amet consectetur adipiscing elit se</a:t>
            </a:r>
            <a:endParaRPr sz="1200"/>
          </a:p>
          <a:p>
            <a:pPr marL="0" lvl="0" indent="0" algn="l" rtl="0">
              <a:spcBef>
                <a:spcPts val="1600"/>
              </a:spcBef>
              <a:spcAft>
                <a:spcPts val="1600"/>
              </a:spcAft>
              <a:buNone/>
            </a:pPr>
            <a:endParaRPr sz="1200"/>
          </a:p>
        </p:txBody>
      </p:sp>
      <p:pic>
        <p:nvPicPr>
          <p:cNvPr id="163" name="Google Shape;163;p32"/>
          <p:cNvPicPr preferRelativeResize="0"/>
          <p:nvPr/>
        </p:nvPicPr>
        <p:blipFill>
          <a:blip r:embed="rId6">
            <a:alphaModFix/>
          </a:blip>
          <a:stretch>
            <a:fillRect/>
          </a:stretch>
        </p:blipFill>
        <p:spPr>
          <a:xfrm>
            <a:off x="6257500" y="1017725"/>
            <a:ext cx="2469221" cy="1962049"/>
          </a:xfrm>
          <a:prstGeom prst="rect">
            <a:avLst/>
          </a:prstGeom>
          <a:noFill/>
          <a:ln>
            <a:noFill/>
          </a:ln>
        </p:spPr>
      </p:pic>
      <p:pic>
        <p:nvPicPr>
          <p:cNvPr id="164" name="Google Shape;164;p32"/>
          <p:cNvPicPr preferRelativeResize="0"/>
          <p:nvPr/>
        </p:nvPicPr>
        <p:blipFill>
          <a:blip r:embed="rId7">
            <a:alphaModFix/>
          </a:blip>
          <a:stretch>
            <a:fillRect/>
          </a:stretch>
        </p:blipFill>
        <p:spPr>
          <a:xfrm>
            <a:off x="2798350" y="1017725"/>
            <a:ext cx="3459150" cy="1962050"/>
          </a:xfrm>
          <a:prstGeom prst="rect">
            <a:avLst/>
          </a:prstGeom>
          <a:noFill/>
          <a:ln>
            <a:noFill/>
          </a:ln>
        </p:spPr>
      </p:pic>
      <p:cxnSp>
        <p:nvCxnSpPr>
          <p:cNvPr id="165" name="Google Shape;165;p32"/>
          <p:cNvCxnSpPr>
            <a:endCxn id="166" idx="1"/>
          </p:cNvCxnSpPr>
          <p:nvPr/>
        </p:nvCxnSpPr>
        <p:spPr>
          <a:xfrm>
            <a:off x="4555525" y="2970200"/>
            <a:ext cx="904500" cy="551100"/>
          </a:xfrm>
          <a:prstGeom prst="straightConnector1">
            <a:avLst/>
          </a:prstGeom>
          <a:noFill/>
          <a:ln w="38100" cap="flat" cmpd="sng">
            <a:solidFill>
              <a:schemeClr val="accent4"/>
            </a:solidFill>
            <a:prstDash val="solid"/>
            <a:round/>
            <a:headEnd type="stealth" w="med" len="med"/>
            <a:tailEnd type="none" w="med" len="med"/>
          </a:ln>
        </p:spPr>
      </p:cxnSp>
      <p:sp>
        <p:nvSpPr>
          <p:cNvPr id="166" name="Google Shape;166;p32"/>
          <p:cNvSpPr txBox="1"/>
          <p:nvPr/>
        </p:nvSpPr>
        <p:spPr>
          <a:xfrm>
            <a:off x="5460025" y="3187850"/>
            <a:ext cx="3596400" cy="666900"/>
          </a:xfrm>
          <a:prstGeom prst="rect">
            <a:avLst/>
          </a:prstGeom>
          <a:noFill/>
          <a:ln w="19050" cap="flat" cmpd="sng">
            <a:solidFill>
              <a:schemeClr val="accent4"/>
            </a:solidFill>
            <a:prstDash val="solid"/>
            <a:round/>
            <a:headEnd type="none" w="sm" len="sm"/>
            <a:tailEnd type="none" w="sm" len="sm"/>
          </a:ln>
        </p:spPr>
        <p:txBody>
          <a:bodyPr spcFirstLastPara="1" wrap="square" lIns="91425" tIns="91425" rIns="91425" bIns="91425" anchor="t" anchorCtr="0">
            <a:noAutofit/>
          </a:bodyPr>
          <a:lstStyle/>
          <a:p>
            <a:pPr marL="0" lvl="0" indent="0" algn="l" rtl="0">
              <a:lnSpc>
                <a:spcPct val="115000"/>
              </a:lnSpc>
              <a:spcBef>
                <a:spcPts val="0"/>
              </a:spcBef>
              <a:spcAft>
                <a:spcPts val="1600"/>
              </a:spcAft>
              <a:buNone/>
            </a:pPr>
            <a:r>
              <a:rPr lang="en" sz="2800">
                <a:solidFill>
                  <a:srgbClr val="00FFFF"/>
                </a:solidFill>
                <a:latin typeface="Average"/>
                <a:ea typeface="Average"/>
                <a:cs typeface="Average"/>
                <a:sym typeface="Average"/>
              </a:rPr>
              <a:t>T</a:t>
            </a:r>
            <a:r>
              <a:rPr lang="en" sz="2800" baseline="-25000">
                <a:solidFill>
                  <a:srgbClr val="00FFFF"/>
                </a:solidFill>
                <a:latin typeface="Average"/>
                <a:ea typeface="Average"/>
                <a:cs typeface="Average"/>
                <a:sym typeface="Average"/>
              </a:rPr>
              <a:t>Ali</a:t>
            </a:r>
            <a:r>
              <a:rPr lang="en" sz="2800">
                <a:solidFill>
                  <a:srgbClr val="00FFFF"/>
                </a:solidFill>
                <a:latin typeface="Average"/>
                <a:ea typeface="Average"/>
                <a:cs typeface="Average"/>
                <a:sym typeface="Average"/>
              </a:rPr>
              <a:t>Exercitation</a:t>
            </a:r>
            <a:br>
              <a:rPr lang="en" sz="2800">
                <a:solidFill>
                  <a:schemeClr val="accent3"/>
                </a:solidFill>
                <a:latin typeface="Average"/>
                <a:ea typeface="Average"/>
                <a:cs typeface="Average"/>
                <a:sym typeface="Average"/>
              </a:rPr>
            </a:br>
            <a:endParaRPr sz="2800">
              <a:latin typeface="Average"/>
              <a:ea typeface="Average"/>
              <a:cs typeface="Average"/>
              <a:sym typeface="Average"/>
            </a:endParaRPr>
          </a:p>
        </p:txBody>
      </p:sp>
      <p:pic>
        <p:nvPicPr>
          <p:cNvPr id="167" name="Google Shape;167;p32"/>
          <p:cNvPicPr preferRelativeResize="0"/>
          <p:nvPr/>
        </p:nvPicPr>
        <p:blipFill>
          <a:blip r:embed="rId8">
            <a:alphaModFix/>
          </a:blip>
          <a:stretch>
            <a:fillRect/>
          </a:stretch>
        </p:blipFill>
        <p:spPr>
          <a:xfrm>
            <a:off x="7609525" y="67825"/>
            <a:ext cx="1446900" cy="985792"/>
          </a:xfrm>
          <a:prstGeom prst="rect">
            <a:avLst/>
          </a:prstGeom>
          <a:noFill/>
          <a:ln>
            <a:noFill/>
          </a:ln>
        </p:spPr>
      </p:pic>
      <p:sp>
        <p:nvSpPr>
          <p:cNvPr id="168" name="Google Shape;168;p32"/>
          <p:cNvSpPr/>
          <p:nvPr/>
        </p:nvSpPr>
        <p:spPr>
          <a:xfrm>
            <a:off x="3510550" y="2537125"/>
            <a:ext cx="1989600" cy="390000"/>
          </a:xfrm>
          <a:prstGeom prst="flowChartAlternateProcess">
            <a:avLst/>
          </a:prstGeom>
          <a:noFill/>
          <a:ln w="19050" cap="flat" cmpd="sng">
            <a:solidFill>
              <a:srgbClr val="CC000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9" name="Google Shape;169;p32"/>
          <p:cNvSpPr txBox="1"/>
          <p:nvPr/>
        </p:nvSpPr>
        <p:spPr>
          <a:xfrm>
            <a:off x="4900975" y="1333075"/>
            <a:ext cx="1446900" cy="831300"/>
          </a:xfrm>
          <a:prstGeom prst="rect">
            <a:avLst/>
          </a:prstGeom>
          <a:noFill/>
          <a:ln w="19050" cap="flat" cmpd="sng">
            <a:solidFill>
              <a:srgbClr val="CC0000"/>
            </a:solidFill>
            <a:prstDash val="solid"/>
            <a:round/>
            <a:headEnd type="none" w="sm" len="sm"/>
            <a:tailEnd type="none" w="sm" len="sm"/>
          </a:ln>
        </p:spPr>
        <p:txBody>
          <a:bodyPr spcFirstLastPara="1" wrap="square" lIns="91425" tIns="91425" rIns="91425" bIns="91425" anchor="t" anchorCtr="0">
            <a:spAutoFit/>
          </a:bodyPr>
          <a:lstStyle/>
          <a:p>
            <a:pPr marL="0" lvl="0" indent="0" algn="r" rtl="0">
              <a:spcBef>
                <a:spcPts val="0"/>
              </a:spcBef>
              <a:spcAft>
                <a:spcPts val="0"/>
              </a:spcAft>
              <a:buNone/>
            </a:pPr>
            <a:r>
              <a:rPr lang="en">
                <a:solidFill>
                  <a:srgbClr val="CC0000"/>
                </a:solidFill>
                <a:latin typeface="Average"/>
                <a:ea typeface="Average"/>
                <a:cs typeface="Average"/>
                <a:sym typeface="Average"/>
              </a:rPr>
              <a:t>Commodo consequat duis </a:t>
            </a:r>
            <a:br>
              <a:rPr lang="en">
                <a:solidFill>
                  <a:srgbClr val="CC0000"/>
                </a:solidFill>
                <a:latin typeface="Average"/>
                <a:ea typeface="Average"/>
                <a:cs typeface="Average"/>
                <a:sym typeface="Average"/>
              </a:rPr>
            </a:br>
            <a:r>
              <a:rPr lang="en">
                <a:solidFill>
                  <a:srgbClr val="CC0000"/>
                </a:solidFill>
                <a:latin typeface="Average"/>
                <a:ea typeface="Average"/>
                <a:cs typeface="Average"/>
                <a:sym typeface="Average"/>
              </a:rPr>
              <a:t>Voluptate velita</a:t>
            </a:r>
            <a:endParaRPr>
              <a:solidFill>
                <a:srgbClr val="CC0000"/>
              </a:solidFill>
              <a:latin typeface="Average"/>
              <a:ea typeface="Average"/>
              <a:cs typeface="Average"/>
              <a:sym typeface="Average"/>
            </a:endParaRP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chemeClr val="dk1"/>
        </a:solidFill>
        <a:effectLst/>
      </p:bgPr>
    </p:bg>
    <p:spTree>
      <p:nvGrpSpPr>
        <p:cNvPr id="1" name="Shape 173"/>
        <p:cNvGrpSpPr/>
        <p:nvPr/>
      </p:nvGrpSpPr>
      <p:grpSpPr>
        <a:xfrm>
          <a:off x="0" y="0"/>
          <a:ext cx="0" cy="0"/>
          <a:chOff x="0" y="0"/>
          <a:chExt cx="0" cy="0"/>
        </a:xfrm>
      </p:grpSpPr>
      <p:pic>
        <p:nvPicPr>
          <p:cNvPr id="174" name="Google Shape;174;p33"/>
          <p:cNvPicPr preferRelativeResize="0"/>
          <p:nvPr/>
        </p:nvPicPr>
        <p:blipFill>
          <a:blip r:embed="rId3">
            <a:alphaModFix/>
          </a:blip>
          <a:stretch>
            <a:fillRect/>
          </a:stretch>
        </p:blipFill>
        <p:spPr>
          <a:xfrm>
            <a:off x="1099025" y="2423272"/>
            <a:ext cx="9143999" cy="1066356"/>
          </a:xfrm>
          <a:prstGeom prst="rect">
            <a:avLst/>
          </a:prstGeom>
          <a:noFill/>
          <a:ln>
            <a:noFill/>
          </a:ln>
        </p:spPr>
      </p:pic>
      <p:sp>
        <p:nvSpPr>
          <p:cNvPr id="175" name="Google Shape;175;p33"/>
          <p:cNvSpPr txBox="1">
            <a:spLocks noGrp="1"/>
          </p:cNvSpPr>
          <p:nvPr>
            <p:ph type="title"/>
          </p:nvPr>
        </p:nvSpPr>
        <p:spPr>
          <a:xfrm>
            <a:off x="311700" y="148275"/>
            <a:ext cx="8722500" cy="5727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sz="2700">
                <a:solidFill>
                  <a:srgbClr val="000000"/>
                </a:solidFill>
              </a:rPr>
              <a:t>Lorem ipsum dolor sit amet consectetur adipiscing elit sed do eiu</a:t>
            </a:r>
            <a:endParaRPr sz="2700">
              <a:solidFill>
                <a:srgbClr val="000000"/>
              </a:solidFill>
            </a:endParaRPr>
          </a:p>
          <a:p>
            <a:pPr marL="0" lvl="0" indent="0" algn="l" rtl="0">
              <a:spcBef>
                <a:spcPts val="0"/>
              </a:spcBef>
              <a:spcAft>
                <a:spcPts val="0"/>
              </a:spcAft>
              <a:buNone/>
            </a:pPr>
            <a:r>
              <a:rPr lang="en" sz="2700">
                <a:solidFill>
                  <a:srgbClr val="000000"/>
                </a:solidFill>
              </a:rPr>
              <a:t>Elit sed do eiusmod tempor incididunta</a:t>
            </a:r>
            <a:endParaRPr sz="2700">
              <a:solidFill>
                <a:srgbClr val="000000"/>
              </a:solidFill>
            </a:endParaRPr>
          </a:p>
        </p:txBody>
      </p:sp>
      <p:sp>
        <p:nvSpPr>
          <p:cNvPr id="176" name="Google Shape;176;p33"/>
          <p:cNvSpPr txBox="1">
            <a:spLocks noGrp="1"/>
          </p:cNvSpPr>
          <p:nvPr>
            <p:ph type="body" idx="1"/>
          </p:nvPr>
        </p:nvSpPr>
        <p:spPr>
          <a:xfrm>
            <a:off x="311700" y="1152475"/>
            <a:ext cx="8520600" cy="34164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solidFill>
                  <a:srgbClr val="000000"/>
                </a:solidFill>
              </a:rPr>
              <a:t>Labore et dolore magna aliqua enim ad mi </a:t>
            </a:r>
            <a:r>
              <a:rPr lang="en" u="sng">
                <a:solidFill>
                  <a:schemeClr val="hlink"/>
                </a:solidFill>
                <a:hlinkClick r:id="rId4"/>
              </a:rPr>
              <a:t>Minim ve </a:t>
            </a:r>
            <a:r>
              <a:rPr lang="en" u="sng">
                <a:solidFill>
                  <a:schemeClr val="hlink"/>
                </a:solidFill>
                <a:hlinkClick r:id="rId4"/>
              </a:rPr>
              <a:t>Nisi ali</a:t>
            </a:r>
            <a:r>
              <a:rPr lang="en">
                <a:solidFill>
                  <a:srgbClr val="000000"/>
                </a:solidFill>
              </a:rPr>
              <a:t> Aute irure in reprehenderit voluptate velit esse cillum fugiat nulla pariatur lore</a:t>
            </a:r>
            <a:endParaRPr>
              <a:solidFill>
                <a:srgbClr val="000000"/>
              </a:solidFill>
            </a:endParaRPr>
          </a:p>
          <a:p>
            <a:pPr marL="0" lvl="0" indent="0" algn="l" rtl="0">
              <a:spcBef>
                <a:spcPts val="1600"/>
              </a:spcBef>
              <a:spcAft>
                <a:spcPts val="0"/>
              </a:spcAft>
              <a:buNone/>
            </a:pPr>
            <a:r>
              <a:rPr lang="en">
                <a:solidFill>
                  <a:srgbClr val="000000"/>
                </a:solidFill>
              </a:rPr>
              <a:t>Cillum fugiat nulla pariatur lorem ipsum </a:t>
            </a:r>
            <a:r>
              <a:rPr lang="en" i="1">
                <a:solidFill>
                  <a:srgbClr val="000000"/>
                </a:solidFill>
              </a:rPr>
              <a:t>Sit ame</a:t>
            </a:r>
            <a:r>
              <a:rPr lang="en">
                <a:solidFill>
                  <a:srgbClr val="000000"/>
                </a:solidFill>
              </a:rPr>
              <a:t> Eiusmod temp</a:t>
            </a:r>
            <a:r>
              <a:rPr lang="en" baseline="-25000">
                <a:solidFill>
                  <a:srgbClr val="000000"/>
                </a:solidFill>
              </a:rPr>
              <a:t>Mag</a:t>
            </a:r>
            <a:r>
              <a:rPr lang="en">
                <a:solidFill>
                  <a:srgbClr val="000000"/>
                </a:solidFill>
              </a:rPr>
              <a:t> Nostrud exe</a:t>
            </a:r>
            <a:endParaRPr>
              <a:solidFill>
                <a:srgbClr val="000000"/>
              </a:solidFill>
            </a:endParaRPr>
          </a:p>
          <a:p>
            <a:pPr marL="0" lvl="0" indent="0" algn="l" rtl="0">
              <a:spcBef>
                <a:spcPts val="1600"/>
              </a:spcBef>
              <a:spcAft>
                <a:spcPts val="0"/>
              </a:spcAft>
              <a:buNone/>
            </a:pPr>
            <a:endParaRPr>
              <a:solidFill>
                <a:srgbClr val="000000"/>
              </a:solidFill>
            </a:endParaRPr>
          </a:p>
          <a:p>
            <a:pPr marL="0" lvl="0" indent="0" algn="l" rtl="0">
              <a:spcBef>
                <a:spcPts val="1600"/>
              </a:spcBef>
              <a:spcAft>
                <a:spcPts val="0"/>
              </a:spcAft>
              <a:buNone/>
            </a:pPr>
            <a:endParaRPr>
              <a:solidFill>
                <a:srgbClr val="000000"/>
              </a:solidFill>
            </a:endParaRPr>
          </a:p>
          <a:p>
            <a:pPr marL="0" lvl="0" indent="0" algn="l" rtl="0">
              <a:spcBef>
                <a:spcPts val="1600"/>
              </a:spcBef>
              <a:spcAft>
                <a:spcPts val="0"/>
              </a:spcAft>
              <a:buNone/>
            </a:pPr>
            <a:r>
              <a:rPr lang="en">
                <a:solidFill>
                  <a:srgbClr val="000000"/>
                </a:solidFill>
              </a:rPr>
              <a:t>Ea commodo consequat duis aute irure in repr</a:t>
            </a:r>
            <a:r>
              <a:rPr lang="en" sz="1200">
                <a:solidFill>
                  <a:srgbClr val="000000"/>
                </a:solidFill>
                <a:latin typeface="Arial"/>
                <a:ea typeface="Arial"/>
                <a:cs typeface="Arial"/>
                <a:sym typeface="Arial"/>
              </a:rPr>
              <a:t>Reprehende</a:t>
            </a:r>
            <a:r>
              <a:rPr lang="en" sz="800">
                <a:solidFill>
                  <a:srgbClr val="000000"/>
                </a:solidFill>
                <a:latin typeface="Arial"/>
                <a:ea typeface="Arial"/>
                <a:cs typeface="Arial"/>
                <a:sym typeface="Arial"/>
              </a:rPr>
              <a:t>P </a:t>
            </a:r>
            <a:r>
              <a:rPr lang="en" sz="1200">
                <a:solidFill>
                  <a:srgbClr val="000000"/>
                </a:solidFill>
                <a:latin typeface="Arial"/>
                <a:ea typeface="Arial"/>
                <a:cs typeface="Arial"/>
                <a:sym typeface="Arial"/>
              </a:rPr>
              <a:t>Adipiscing elit sed do eiusmod tempor incididunt ut labore et dolore magna aliqua enim ad minim veniam quis nostrud exercitation ullamco laboris nisi aliquip ex ea commodo consequat duis aute</a:t>
            </a:r>
            <a:r>
              <a:rPr lang="en" sz="800">
                <a:solidFill>
                  <a:srgbClr val="000000"/>
                </a:solidFill>
                <a:latin typeface="Arial"/>
                <a:ea typeface="Arial"/>
                <a:cs typeface="Arial"/>
                <a:sym typeface="Arial"/>
              </a:rPr>
              <a:t>U</a:t>
            </a:r>
            <a:r>
              <a:rPr lang="en" sz="1200">
                <a:solidFill>
                  <a:srgbClr val="000000"/>
                </a:solidFill>
                <a:latin typeface="Arial"/>
                <a:ea typeface="Arial"/>
                <a:cs typeface="Arial"/>
                <a:sym typeface="Arial"/>
              </a:rPr>
              <a:t>Ad minim veniam quis nostrud exercitation u</a:t>
            </a:r>
            <a:r>
              <a:rPr lang="en" sz="800">
                <a:solidFill>
                  <a:srgbClr val="000000"/>
                </a:solidFill>
                <a:latin typeface="Arial"/>
                <a:ea typeface="Arial"/>
                <a:cs typeface="Arial"/>
                <a:sym typeface="Arial"/>
              </a:rPr>
              <a:t>L </a:t>
            </a:r>
            <a:r>
              <a:rPr lang="en" sz="1200">
                <a:solidFill>
                  <a:srgbClr val="000000"/>
                </a:solidFill>
                <a:latin typeface="Arial"/>
                <a:ea typeface="Arial"/>
                <a:cs typeface="Arial"/>
                <a:sym typeface="Arial"/>
              </a:rPr>
              <a:t>Duis aute irure in reprehenderita</a:t>
            </a:r>
            <a:endParaRPr sz="1200">
              <a:solidFill>
                <a:srgbClr val="000000"/>
              </a:solidFill>
              <a:latin typeface="Arial"/>
              <a:ea typeface="Arial"/>
              <a:cs typeface="Arial"/>
              <a:sym typeface="Arial"/>
            </a:endParaRPr>
          </a:p>
          <a:p>
            <a:pPr marL="0" lvl="0" indent="0" algn="l" rtl="0">
              <a:spcBef>
                <a:spcPts val="1600"/>
              </a:spcBef>
              <a:spcAft>
                <a:spcPts val="1600"/>
              </a:spcAft>
              <a:buNone/>
            </a:pPr>
            <a:endParaRPr>
              <a:solidFill>
                <a:srgbClr val="000000"/>
              </a:solidFill>
            </a:endParaRP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chemeClr val="dk1"/>
        </a:solidFill>
        <a:effectLst/>
      </p:bgPr>
    </p:bg>
    <p:spTree>
      <p:nvGrpSpPr>
        <p:cNvPr id="1" name="Shape 180"/>
        <p:cNvGrpSpPr/>
        <p:nvPr/>
      </p:nvGrpSpPr>
      <p:grpSpPr>
        <a:xfrm>
          <a:off x="0" y="0"/>
          <a:ext cx="0" cy="0"/>
          <a:chOff x="0" y="0"/>
          <a:chExt cx="0" cy="0"/>
        </a:xfrm>
      </p:grpSpPr>
      <p:pic>
        <p:nvPicPr>
          <p:cNvPr id="181" name="Google Shape;181;p34"/>
          <p:cNvPicPr preferRelativeResize="0"/>
          <p:nvPr/>
        </p:nvPicPr>
        <p:blipFill>
          <a:blip r:embed="rId3">
            <a:alphaModFix/>
          </a:blip>
          <a:stretch>
            <a:fillRect/>
          </a:stretch>
        </p:blipFill>
        <p:spPr>
          <a:xfrm>
            <a:off x="0" y="1769511"/>
            <a:ext cx="9143998" cy="2072378"/>
          </a:xfrm>
          <a:prstGeom prst="rect">
            <a:avLst/>
          </a:prstGeom>
          <a:noFill/>
          <a:ln>
            <a:noFill/>
          </a:ln>
        </p:spPr>
      </p:pic>
      <p:sp>
        <p:nvSpPr>
          <p:cNvPr id="182" name="Google Shape;182;p34"/>
          <p:cNvSpPr txBox="1">
            <a:spLocks noGrp="1"/>
          </p:cNvSpPr>
          <p:nvPr>
            <p:ph type="title"/>
          </p:nvPr>
        </p:nvSpPr>
        <p:spPr>
          <a:xfrm>
            <a:off x="311700" y="445025"/>
            <a:ext cx="8722500" cy="5727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solidFill>
                  <a:srgbClr val="000000"/>
                </a:solidFill>
              </a:rPr>
              <a:t>Esse cillum f</a:t>
            </a:r>
            <a:endParaRPr>
              <a:solidFill>
                <a:srgbClr val="000000"/>
              </a:solidFill>
            </a:endParaRPr>
          </a:p>
        </p:txBody>
      </p:sp>
      <p:sp>
        <p:nvSpPr>
          <p:cNvPr id="183" name="Google Shape;183;p34"/>
          <p:cNvSpPr txBox="1">
            <a:spLocks noGrp="1"/>
          </p:cNvSpPr>
          <p:nvPr>
            <p:ph type="body" idx="1"/>
          </p:nvPr>
        </p:nvSpPr>
        <p:spPr>
          <a:xfrm>
            <a:off x="311700" y="1130500"/>
            <a:ext cx="8520600" cy="38811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solidFill>
                  <a:srgbClr val="000000"/>
                </a:solidFill>
              </a:rPr>
              <a:t>Dolor sit amet consectetur adipiscing elit sed do eiusmod tempor incididunt ut labore eta</a:t>
            </a:r>
            <a:endParaRPr>
              <a:solidFill>
                <a:srgbClr val="000000"/>
              </a:solidFill>
            </a:endParaRPr>
          </a:p>
          <a:p>
            <a:pPr marL="0" lvl="0" indent="0" algn="l" rtl="0">
              <a:spcBef>
                <a:spcPts val="1600"/>
              </a:spcBef>
              <a:spcAft>
                <a:spcPts val="0"/>
              </a:spcAft>
              <a:buNone/>
            </a:pPr>
            <a:endParaRPr>
              <a:solidFill>
                <a:srgbClr val="000000"/>
              </a:solidFill>
            </a:endParaRPr>
          </a:p>
          <a:p>
            <a:pPr marL="0" lvl="0" indent="0" algn="l" rtl="0">
              <a:spcBef>
                <a:spcPts val="1600"/>
              </a:spcBef>
              <a:spcAft>
                <a:spcPts val="0"/>
              </a:spcAft>
              <a:buNone/>
            </a:pPr>
            <a:endParaRPr>
              <a:solidFill>
                <a:srgbClr val="000000"/>
              </a:solidFill>
            </a:endParaRPr>
          </a:p>
          <a:p>
            <a:pPr marL="0" lvl="0" indent="0" algn="l" rtl="0">
              <a:spcBef>
                <a:spcPts val="1600"/>
              </a:spcBef>
              <a:spcAft>
                <a:spcPts val="0"/>
              </a:spcAft>
              <a:buNone/>
            </a:pPr>
            <a:endParaRPr>
              <a:solidFill>
                <a:srgbClr val="000000"/>
              </a:solidFill>
            </a:endParaRPr>
          </a:p>
          <a:p>
            <a:pPr marL="0" lvl="0" indent="0" algn="l" rtl="0">
              <a:spcBef>
                <a:spcPts val="1600"/>
              </a:spcBef>
              <a:spcAft>
                <a:spcPts val="0"/>
              </a:spcAft>
              <a:buNone/>
            </a:pPr>
            <a:endParaRPr>
              <a:solidFill>
                <a:srgbClr val="000000"/>
              </a:solidFill>
            </a:endParaRPr>
          </a:p>
          <a:p>
            <a:pPr marL="0" lvl="0" indent="0" algn="l" rtl="0">
              <a:spcBef>
                <a:spcPts val="1600"/>
              </a:spcBef>
              <a:spcAft>
                <a:spcPts val="0"/>
              </a:spcAft>
              <a:buNone/>
            </a:pPr>
            <a:r>
              <a:rPr lang="en">
                <a:solidFill>
                  <a:srgbClr val="000000"/>
                </a:solidFill>
              </a:rPr>
              <a:t>Do eiusmod tempor incididunt ut labore et dolore magna aliqua enim ad minim veniam quis nostrud exercitation ullamco laboris nisi aliquip ex ea commodoa</a:t>
            </a:r>
            <a:endParaRPr>
              <a:solidFill>
                <a:srgbClr val="000000"/>
              </a:solidFill>
            </a:endParaRPr>
          </a:p>
          <a:p>
            <a:pPr marL="0" lvl="0" indent="0" algn="l" rtl="0">
              <a:spcBef>
                <a:spcPts val="1600"/>
              </a:spcBef>
              <a:spcAft>
                <a:spcPts val="1600"/>
              </a:spcAft>
              <a:buNone/>
            </a:pPr>
            <a:endParaRPr>
              <a:solidFill>
                <a:srgbClr val="000000"/>
              </a:solidFill>
            </a:endParaRP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chemeClr val="dk1"/>
        </a:solidFill>
        <a:effectLst/>
      </p:bgPr>
    </p:bg>
    <p:spTree>
      <p:nvGrpSpPr>
        <p:cNvPr id="1" name="Shape 187"/>
        <p:cNvGrpSpPr/>
        <p:nvPr/>
      </p:nvGrpSpPr>
      <p:grpSpPr>
        <a:xfrm>
          <a:off x="0" y="0"/>
          <a:ext cx="0" cy="0"/>
          <a:chOff x="0" y="0"/>
          <a:chExt cx="0" cy="0"/>
        </a:xfrm>
      </p:grpSpPr>
      <p:sp>
        <p:nvSpPr>
          <p:cNvPr id="188" name="Google Shape;188;p35"/>
          <p:cNvSpPr txBox="1">
            <a:spLocks noGrp="1"/>
          </p:cNvSpPr>
          <p:nvPr>
            <p:ph type="title"/>
          </p:nvPr>
        </p:nvSpPr>
        <p:spPr>
          <a:xfrm>
            <a:off x="366625" y="2066200"/>
            <a:ext cx="8722500" cy="5727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solidFill>
                  <a:srgbClr val="000000"/>
                </a:solidFill>
              </a:rPr>
              <a:t>Dolore magna aliqua enim ad minim veniam quis nostrud exercitation ul</a:t>
            </a:r>
            <a:endParaRPr>
              <a:solidFill>
                <a:srgbClr val="000000"/>
              </a:solidFill>
            </a:endParaRP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192"/>
        <p:cNvGrpSpPr/>
        <p:nvPr/>
      </p:nvGrpSpPr>
      <p:grpSpPr>
        <a:xfrm>
          <a:off x="0" y="0"/>
          <a:ext cx="0" cy="0"/>
          <a:chOff x="0" y="0"/>
          <a:chExt cx="0" cy="0"/>
        </a:xfrm>
      </p:grpSpPr>
      <p:sp>
        <p:nvSpPr>
          <p:cNvPr id="193" name="Google Shape;193;p36"/>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t>Quis nostrud exerci</a:t>
            </a:r>
            <a:endParaRPr/>
          </a:p>
        </p:txBody>
      </p:sp>
      <p:sp>
        <p:nvSpPr>
          <p:cNvPr id="194" name="Google Shape;194;p36"/>
          <p:cNvSpPr txBox="1">
            <a:spLocks noGrp="1"/>
          </p:cNvSpPr>
          <p:nvPr>
            <p:ph type="body" idx="1"/>
          </p:nvPr>
        </p:nvSpPr>
        <p:spPr>
          <a:xfrm>
            <a:off x="311700" y="1152475"/>
            <a:ext cx="8520600" cy="34164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t>Ex ea commodo consequat duis aute ir</a:t>
            </a:r>
            <a:endParaRPr/>
          </a:p>
          <a:p>
            <a:pPr marL="0" lvl="0" indent="0" algn="l" rtl="0">
              <a:spcBef>
                <a:spcPts val="1600"/>
              </a:spcBef>
              <a:spcAft>
                <a:spcPts val="0"/>
              </a:spcAft>
              <a:buNone/>
            </a:pPr>
            <a:r>
              <a:rPr lang="en"/>
              <a:t> In reprehenderit voluptate velit ess</a:t>
            </a:r>
            <a:endParaRPr/>
          </a:p>
          <a:p>
            <a:pPr marL="457200" lvl="0" indent="-342900" algn="l" rtl="0">
              <a:spcBef>
                <a:spcPts val="1600"/>
              </a:spcBef>
              <a:spcAft>
                <a:spcPts val="0"/>
              </a:spcAft>
              <a:buSzPts val="1800"/>
              <a:buAutoNum type="arabicPeriod"/>
            </a:pPr>
            <a:r>
              <a:rPr lang="en"/>
              <a:t>N</a:t>
            </a:r>
            <a:r>
              <a:rPr lang="en" baseline="-25000"/>
              <a:t>Con</a:t>
            </a:r>
            <a:r>
              <a:rPr lang="en"/>
              <a:t>Incididunt ut labore et dolorea </a:t>
            </a:r>
            <a:endParaRPr/>
          </a:p>
          <a:p>
            <a:pPr marL="457200" lvl="0" indent="-342900" algn="l" rtl="0">
              <a:spcBef>
                <a:spcPts val="0"/>
              </a:spcBef>
              <a:spcAft>
                <a:spcPts val="0"/>
              </a:spcAft>
              <a:buSzPts val="1800"/>
              <a:buAutoNum type="arabicPeriod"/>
            </a:pPr>
            <a:r>
              <a:rPr lang="en"/>
              <a:t>E</a:t>
            </a:r>
            <a:r>
              <a:rPr lang="en" baseline="-25000"/>
              <a:t>Ull</a:t>
            </a:r>
            <a:r>
              <a:rPr lang="en"/>
              <a:t>Consequat duis aute irure in rep </a:t>
            </a:r>
            <a:br>
              <a:rPr lang="en"/>
            </a:br>
            <a:r>
              <a:rPr lang="en"/>
              <a:t>V</a:t>
            </a:r>
            <a:r>
              <a:rPr lang="en" baseline="-25000"/>
              <a:t>I</a:t>
            </a:r>
            <a:r>
              <a:rPr lang="en"/>
              <a:t> Sed d</a:t>
            </a:r>
            <a:r>
              <a:rPr lang="en" baseline="-25000"/>
              <a:t>E</a:t>
            </a:r>
            <a:r>
              <a:rPr lang="en"/>
              <a:t> Veniam quis nostrud exercitation ullamco laboris nisi aliquip ex ea co   </a:t>
            </a:r>
            <a:br>
              <a:rPr lang="en"/>
            </a:br>
            <a:br>
              <a:rPr lang="en"/>
            </a:br>
            <a:br>
              <a:rPr lang="en"/>
            </a:br>
            <a:br>
              <a:rPr lang="en"/>
            </a:br>
            <a:r>
              <a:rPr lang="en"/>
              <a:t>				Aliquip exa </a:t>
            </a:r>
            <a:r>
              <a:rPr lang="en" u="sng">
                <a:solidFill>
                  <a:schemeClr val="hlink"/>
                </a:solidFill>
                <a:hlinkClick r:id="rId3"/>
              </a:rPr>
              <a:t>I</a:t>
            </a:r>
            <a:r>
              <a:rPr lang="en" sz="1400" u="sng">
                <a:solidFill>
                  <a:schemeClr val="hlink"/>
                </a:solidFill>
                <a:hlinkClick r:id="rId3"/>
              </a:rPr>
              <a:t>Fugiat nulla pariatur lorem ipsum dolor sit amet c</a:t>
            </a:r>
            <a:r>
              <a:rPr lang="en" sz="1400"/>
              <a:t>  </a:t>
            </a:r>
            <a:br>
              <a:rPr lang="en" sz="1400"/>
            </a:br>
            <a:r>
              <a:rPr lang="en" sz="1400"/>
              <a:t>                                                 </a:t>
            </a:r>
            <a:r>
              <a:rPr lang="en" sz="1100" u="sng">
                <a:solidFill>
                  <a:schemeClr val="accent5"/>
                </a:solidFill>
                <a:hlinkClick r:id="rId3">
                  <a:extLst>
                    <a:ext uri="{A12FA001-AC4F-418D-AE19-62706E023703}">
                      <ahyp:hlinkClr xmlns:ahyp="http://schemas.microsoft.com/office/drawing/2018/hyperlinkcolor" val="tx"/>
                    </a:ext>
                  </a:extLst>
                </a:hlinkClick>
              </a:rPr>
              <a:t>Amet consectetur adipiscing elit sed do eiusmod tempor incididunt ut lab</a:t>
            </a:r>
            <a:r>
              <a:rPr lang="en" sz="1100"/>
              <a:t> </a:t>
            </a:r>
            <a:r>
              <a:rPr lang="en"/>
              <a:t>T</a:t>
            </a:r>
            <a:endParaRPr/>
          </a:p>
          <a:p>
            <a:pPr marL="457200" lvl="0" indent="0" algn="l" rtl="0">
              <a:spcBef>
                <a:spcPts val="1600"/>
              </a:spcBef>
              <a:spcAft>
                <a:spcPts val="1600"/>
              </a:spcAft>
              <a:buNone/>
            </a:pPr>
            <a:r>
              <a:rPr lang="en"/>
              <a:t>   </a:t>
            </a:r>
            <a:br>
              <a:rPr lang="en"/>
            </a:br>
            <a:br>
              <a:rPr lang="en"/>
            </a:br>
            <a:endParaRPr/>
          </a:p>
        </p:txBody>
      </p:sp>
      <p:pic>
        <p:nvPicPr>
          <p:cNvPr id="195" name="Google Shape;195;p36"/>
          <p:cNvPicPr preferRelativeResize="0"/>
          <p:nvPr/>
        </p:nvPicPr>
        <p:blipFill>
          <a:blip r:embed="rId4">
            <a:alphaModFix/>
          </a:blip>
          <a:stretch>
            <a:fillRect/>
          </a:stretch>
        </p:blipFill>
        <p:spPr>
          <a:xfrm>
            <a:off x="4652800" y="1853775"/>
            <a:ext cx="3921920" cy="727300"/>
          </a:xfrm>
          <a:prstGeom prst="rect">
            <a:avLst/>
          </a:prstGeom>
          <a:noFill/>
          <a:ln>
            <a:noFill/>
          </a:ln>
        </p:spPr>
      </p:pic>
      <p:pic>
        <p:nvPicPr>
          <p:cNvPr id="196" name="Google Shape;196;p36"/>
          <p:cNvPicPr preferRelativeResize="0"/>
          <p:nvPr/>
        </p:nvPicPr>
        <p:blipFill>
          <a:blip r:embed="rId5">
            <a:alphaModFix/>
          </a:blip>
          <a:stretch>
            <a:fillRect/>
          </a:stretch>
        </p:blipFill>
        <p:spPr>
          <a:xfrm>
            <a:off x="4652800" y="1149400"/>
            <a:ext cx="2704436" cy="572700"/>
          </a:xfrm>
          <a:prstGeom prst="rect">
            <a:avLst/>
          </a:prstGeom>
          <a:noFill/>
          <a:ln>
            <a:noFill/>
          </a:ln>
        </p:spPr>
      </p:pic>
      <p:pic>
        <p:nvPicPr>
          <p:cNvPr id="197" name="Google Shape;197;p36"/>
          <p:cNvPicPr preferRelativeResize="0"/>
          <p:nvPr/>
        </p:nvPicPr>
        <p:blipFill>
          <a:blip r:embed="rId6">
            <a:alphaModFix/>
          </a:blip>
          <a:stretch>
            <a:fillRect/>
          </a:stretch>
        </p:blipFill>
        <p:spPr>
          <a:xfrm>
            <a:off x="4652798" y="3291475"/>
            <a:ext cx="3721975" cy="843475"/>
          </a:xfrm>
          <a:prstGeom prst="rect">
            <a:avLst/>
          </a:prstGeom>
          <a:noFill/>
          <a:ln>
            <a:noFill/>
          </a:ln>
        </p:spPr>
      </p:pic>
      <p:pic>
        <p:nvPicPr>
          <p:cNvPr id="198" name="Google Shape;198;p36"/>
          <p:cNvPicPr preferRelativeResize="0"/>
          <p:nvPr/>
        </p:nvPicPr>
        <p:blipFill>
          <a:blip r:embed="rId7">
            <a:alphaModFix/>
          </a:blip>
          <a:stretch>
            <a:fillRect/>
          </a:stretch>
        </p:blipFill>
        <p:spPr>
          <a:xfrm>
            <a:off x="2095775" y="3474087"/>
            <a:ext cx="2251801" cy="478250"/>
          </a:xfrm>
          <a:prstGeom prst="rect">
            <a:avLst/>
          </a:prstGeom>
          <a:noFill/>
          <a:ln>
            <a:noFill/>
          </a:ln>
        </p:spPr>
      </p:pic>
      <p:pic>
        <p:nvPicPr>
          <p:cNvPr id="199" name="Google Shape;199;p36"/>
          <p:cNvPicPr preferRelativeResize="0"/>
          <p:nvPr/>
        </p:nvPicPr>
        <p:blipFill>
          <a:blip r:embed="rId8">
            <a:alphaModFix/>
          </a:blip>
          <a:stretch>
            <a:fillRect/>
          </a:stretch>
        </p:blipFill>
        <p:spPr>
          <a:xfrm>
            <a:off x="311700" y="3526975"/>
            <a:ext cx="1641900" cy="1422750"/>
          </a:xfrm>
          <a:prstGeom prst="rect">
            <a:avLst/>
          </a:prstGeom>
          <a:noFill/>
          <a:ln>
            <a:noFill/>
          </a:ln>
        </p:spPr>
      </p:pic>
      <p:sp>
        <p:nvSpPr>
          <p:cNvPr id="200" name="Google Shape;200;p36"/>
          <p:cNvSpPr txBox="1"/>
          <p:nvPr/>
        </p:nvSpPr>
        <p:spPr>
          <a:xfrm>
            <a:off x="945175" y="302150"/>
            <a:ext cx="6330600" cy="4002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b="1">
                <a:solidFill>
                  <a:srgbClr val="FF0000"/>
                </a:solidFill>
                <a:latin typeface="Average"/>
                <a:ea typeface="Average"/>
                <a:cs typeface="Average"/>
                <a:sym typeface="Average"/>
              </a:rPr>
              <a:t>Aliqua en</a:t>
            </a:r>
            <a:endParaRPr b="1">
              <a:solidFill>
                <a:srgbClr val="FF0000"/>
              </a:solidFill>
              <a:latin typeface="Average"/>
              <a:ea typeface="Average"/>
              <a:cs typeface="Average"/>
              <a:sym typeface="Average"/>
            </a:endParaRPr>
          </a:p>
        </p:txBody>
      </p:sp>
      <p:cxnSp>
        <p:nvCxnSpPr>
          <p:cNvPr id="201" name="Google Shape;201;p36"/>
          <p:cNvCxnSpPr/>
          <p:nvPr/>
        </p:nvCxnSpPr>
        <p:spPr>
          <a:xfrm rot="10800000" flipH="1">
            <a:off x="967250" y="764950"/>
            <a:ext cx="1057200" cy="11100"/>
          </a:xfrm>
          <a:prstGeom prst="straightConnector1">
            <a:avLst/>
          </a:prstGeom>
          <a:noFill/>
          <a:ln w="38100" cap="flat" cmpd="sng">
            <a:solidFill>
              <a:srgbClr val="FF0000"/>
            </a:solidFill>
            <a:prstDash val="solid"/>
            <a:round/>
            <a:headEnd type="none" w="med" len="med"/>
            <a:tailEnd type="none" w="med" len="med"/>
          </a:ln>
        </p:spPr>
      </p:cxnSp>
      <p:sp>
        <p:nvSpPr>
          <p:cNvPr id="202" name="Google Shape;202;p36"/>
          <p:cNvSpPr/>
          <p:nvPr/>
        </p:nvSpPr>
        <p:spPr>
          <a:xfrm>
            <a:off x="5341413" y="3316013"/>
            <a:ext cx="1327200" cy="794400"/>
          </a:xfrm>
          <a:prstGeom prst="ellipse">
            <a:avLst/>
          </a:prstGeom>
          <a:noFill/>
          <a:ln w="38100" cap="flat" cmpd="sng">
            <a:solidFill>
              <a:srgbClr val="FF000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3" name="Google Shape;203;p36"/>
          <p:cNvSpPr/>
          <p:nvPr/>
        </p:nvSpPr>
        <p:spPr>
          <a:xfrm>
            <a:off x="207630" y="3715854"/>
            <a:ext cx="1816800" cy="1041600"/>
          </a:xfrm>
          <a:prstGeom prst="ellipse">
            <a:avLst/>
          </a:prstGeom>
          <a:noFill/>
          <a:ln w="38100" cap="flat" cmpd="sng">
            <a:solidFill>
              <a:srgbClr val="FF000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cxnSp>
        <p:nvCxnSpPr>
          <p:cNvPr id="204" name="Google Shape;204;p36"/>
          <p:cNvCxnSpPr>
            <a:endCxn id="203" idx="6"/>
          </p:cNvCxnSpPr>
          <p:nvPr/>
        </p:nvCxnSpPr>
        <p:spPr>
          <a:xfrm flipH="1">
            <a:off x="2024430" y="4037754"/>
            <a:ext cx="1552200" cy="198900"/>
          </a:xfrm>
          <a:prstGeom prst="straightConnector1">
            <a:avLst/>
          </a:prstGeom>
          <a:noFill/>
          <a:ln w="38100" cap="flat" cmpd="sng">
            <a:solidFill>
              <a:srgbClr val="FF0000"/>
            </a:solidFill>
            <a:prstDash val="solid"/>
            <a:round/>
            <a:headEnd type="none" w="med" len="med"/>
            <a:tailEnd type="triangle" w="med" len="med"/>
          </a:ln>
        </p:spPr>
      </p:cxnSp>
      <p:cxnSp>
        <p:nvCxnSpPr>
          <p:cNvPr id="205" name="Google Shape;205;p36"/>
          <p:cNvCxnSpPr>
            <a:endCxn id="202" idx="2"/>
          </p:cNvCxnSpPr>
          <p:nvPr/>
        </p:nvCxnSpPr>
        <p:spPr>
          <a:xfrm rot="10800000" flipH="1">
            <a:off x="3576513" y="3713213"/>
            <a:ext cx="1764900" cy="335700"/>
          </a:xfrm>
          <a:prstGeom prst="straightConnector1">
            <a:avLst/>
          </a:prstGeom>
          <a:noFill/>
          <a:ln w="38100" cap="flat" cmpd="sng">
            <a:solidFill>
              <a:srgbClr val="FF0000"/>
            </a:solidFill>
            <a:prstDash val="solid"/>
            <a:round/>
            <a:headEnd type="none" w="med" len="med"/>
            <a:tailEnd type="triangle" w="med" len="med"/>
          </a:ln>
        </p:spPr>
      </p:cxnSp>
      <p:sp>
        <p:nvSpPr>
          <p:cNvPr id="206" name="Google Shape;206;p36"/>
          <p:cNvSpPr txBox="1"/>
          <p:nvPr/>
        </p:nvSpPr>
        <p:spPr>
          <a:xfrm>
            <a:off x="2965850" y="3126775"/>
            <a:ext cx="3465600" cy="5232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sz="2200">
                <a:solidFill>
                  <a:srgbClr val="FF0000"/>
                </a:solidFill>
                <a:latin typeface="Average"/>
                <a:ea typeface="Average"/>
                <a:cs typeface="Average"/>
                <a:sym typeface="Average"/>
              </a:rPr>
              <a:t>Exercitation ullamc</a:t>
            </a:r>
            <a:endParaRPr sz="2200">
              <a:solidFill>
                <a:srgbClr val="FF0000"/>
              </a:solidFill>
              <a:latin typeface="Average"/>
              <a:ea typeface="Average"/>
              <a:cs typeface="Average"/>
              <a:sym typeface="Average"/>
            </a:endParaRP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solidFill>
          <a:schemeClr val="dk1"/>
        </a:solidFill>
        <a:effectLst/>
      </p:bgPr>
    </p:bg>
    <p:spTree>
      <p:nvGrpSpPr>
        <p:cNvPr id="1" name="Shape 210"/>
        <p:cNvGrpSpPr/>
        <p:nvPr/>
      </p:nvGrpSpPr>
      <p:grpSpPr>
        <a:xfrm>
          <a:off x="0" y="0"/>
          <a:ext cx="0" cy="0"/>
          <a:chOff x="0" y="0"/>
          <a:chExt cx="0" cy="0"/>
        </a:xfrm>
      </p:grpSpPr>
      <p:sp>
        <p:nvSpPr>
          <p:cNvPr id="211" name="Google Shape;211;p37"/>
          <p:cNvSpPr txBox="1">
            <a:spLocks noGrp="1"/>
          </p:cNvSpPr>
          <p:nvPr>
            <p:ph type="title"/>
          </p:nvPr>
        </p:nvSpPr>
        <p:spPr>
          <a:xfrm>
            <a:off x="311700" y="445025"/>
            <a:ext cx="8722500" cy="5727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solidFill>
                  <a:srgbClr val="000000"/>
                </a:solidFill>
              </a:rPr>
              <a:t>Commodo consequat duis aute irure in repr</a:t>
            </a:r>
            <a:endParaRPr>
              <a:solidFill>
                <a:srgbClr val="000000"/>
              </a:solidFill>
            </a:endParaRPr>
          </a:p>
        </p:txBody>
      </p:sp>
      <p:sp>
        <p:nvSpPr>
          <p:cNvPr id="212" name="Google Shape;212;p37"/>
          <p:cNvSpPr txBox="1">
            <a:spLocks noGrp="1"/>
          </p:cNvSpPr>
          <p:nvPr>
            <p:ph type="body" idx="1"/>
          </p:nvPr>
        </p:nvSpPr>
        <p:spPr>
          <a:xfrm>
            <a:off x="311700" y="1152475"/>
            <a:ext cx="8520600" cy="34164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solidFill>
                  <a:srgbClr val="000000"/>
                </a:solidFill>
              </a:rPr>
              <a:t>Voluptate velit esse cillum fugiat nulla pariatur lorem </a:t>
            </a:r>
            <a:endParaRPr>
              <a:solidFill>
                <a:srgbClr val="000000"/>
              </a:solidFill>
            </a:endParaRPr>
          </a:p>
          <a:p>
            <a:pPr marL="0" lvl="0" indent="0" algn="l" rtl="0">
              <a:spcBef>
                <a:spcPts val="1600"/>
              </a:spcBef>
              <a:spcAft>
                <a:spcPts val="0"/>
              </a:spcAft>
              <a:buNone/>
            </a:pPr>
            <a:r>
              <a:rPr lang="en">
                <a:solidFill>
                  <a:srgbClr val="000000"/>
                </a:solidFill>
              </a:rPr>
              <a:t>Lorem ipsum dolor sit a </a:t>
            </a:r>
            <a:endParaRPr>
              <a:solidFill>
                <a:srgbClr val="000000"/>
              </a:solidFill>
            </a:endParaRPr>
          </a:p>
          <a:p>
            <a:pPr marL="0" lvl="0" indent="0" algn="l" rtl="0">
              <a:spcBef>
                <a:spcPts val="1600"/>
              </a:spcBef>
              <a:spcAft>
                <a:spcPts val="1600"/>
              </a:spcAft>
              <a:buNone/>
            </a:pPr>
            <a:r>
              <a:rPr lang="en">
                <a:solidFill>
                  <a:srgbClr val="000000"/>
                </a:solidFill>
              </a:rPr>
              <a:t>Elit sed do eiusmod tempor incididunt ut labore et dolore magna aliqua enim ad minim venia</a:t>
            </a:r>
            <a:r>
              <a:rPr lang="en" baseline="-25000">
                <a:solidFill>
                  <a:srgbClr val="000000"/>
                </a:solidFill>
              </a:rPr>
              <a:t>L</a:t>
            </a:r>
            <a:r>
              <a:rPr lang="en">
                <a:solidFill>
                  <a:srgbClr val="000000"/>
                </a:solidFill>
              </a:rPr>
              <a:t> Minim veniam q</a:t>
            </a:r>
            <a:r>
              <a:rPr lang="en" baseline="-25000">
                <a:solidFill>
                  <a:srgbClr val="000000"/>
                </a:solidFill>
              </a:rPr>
              <a:t>N</a:t>
            </a:r>
            <a:r>
              <a:rPr lang="en">
                <a:solidFill>
                  <a:srgbClr val="000000"/>
                </a:solidFill>
              </a:rPr>
              <a:t> Aute irure in reprehenderit voluptate veli</a:t>
            </a:r>
            <a:endParaRPr>
              <a:solidFill>
                <a:srgbClr val="000000"/>
              </a:solidFill>
            </a:endParaRPr>
          </a:p>
        </p:txBody>
      </p:sp>
      <p:pic>
        <p:nvPicPr>
          <p:cNvPr id="213" name="Google Shape;213;p37"/>
          <p:cNvPicPr preferRelativeResize="0"/>
          <p:nvPr/>
        </p:nvPicPr>
        <p:blipFill rotWithShape="1">
          <a:blip r:embed="rId3">
            <a:alphaModFix/>
          </a:blip>
          <a:srcRect r="50045"/>
          <a:stretch/>
        </p:blipFill>
        <p:spPr>
          <a:xfrm>
            <a:off x="5833724" y="927725"/>
            <a:ext cx="1859350" cy="843475"/>
          </a:xfrm>
          <a:prstGeom prst="rect">
            <a:avLst/>
          </a:prstGeom>
          <a:noFill/>
          <a:ln>
            <a:noFill/>
          </a:ln>
        </p:spPr>
      </p:pic>
      <p:pic>
        <p:nvPicPr>
          <p:cNvPr id="214" name="Google Shape;214;p37"/>
          <p:cNvPicPr preferRelativeResize="0"/>
          <p:nvPr/>
        </p:nvPicPr>
        <p:blipFill>
          <a:blip r:embed="rId4">
            <a:alphaModFix/>
          </a:blip>
          <a:stretch>
            <a:fillRect/>
          </a:stretch>
        </p:blipFill>
        <p:spPr>
          <a:xfrm>
            <a:off x="3852000" y="3146125"/>
            <a:ext cx="1641900" cy="1422750"/>
          </a:xfrm>
          <a:prstGeom prst="rect">
            <a:avLst/>
          </a:prstGeom>
          <a:noFill/>
          <a:ln>
            <a:noFill/>
          </a:ln>
        </p:spPr>
      </p:pic>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solidFill>
          <a:schemeClr val="dk1"/>
        </a:solidFill>
        <a:effectLst/>
      </p:bgPr>
    </p:bg>
    <p:spTree>
      <p:nvGrpSpPr>
        <p:cNvPr id="1" name="Shape 218"/>
        <p:cNvGrpSpPr/>
        <p:nvPr/>
      </p:nvGrpSpPr>
      <p:grpSpPr>
        <a:xfrm>
          <a:off x="0" y="0"/>
          <a:ext cx="0" cy="0"/>
          <a:chOff x="0" y="0"/>
          <a:chExt cx="0" cy="0"/>
        </a:xfrm>
      </p:grpSpPr>
      <p:pic>
        <p:nvPicPr>
          <p:cNvPr id="219" name="Google Shape;219;p38"/>
          <p:cNvPicPr preferRelativeResize="0"/>
          <p:nvPr/>
        </p:nvPicPr>
        <p:blipFill>
          <a:blip r:embed="rId3">
            <a:alphaModFix/>
          </a:blip>
          <a:stretch>
            <a:fillRect/>
          </a:stretch>
        </p:blipFill>
        <p:spPr>
          <a:xfrm>
            <a:off x="1293550" y="3070475"/>
            <a:ext cx="2427675" cy="1209875"/>
          </a:xfrm>
          <a:prstGeom prst="rect">
            <a:avLst/>
          </a:prstGeom>
          <a:noFill/>
          <a:ln>
            <a:noFill/>
          </a:ln>
        </p:spPr>
      </p:pic>
      <p:sp>
        <p:nvSpPr>
          <p:cNvPr id="220" name="Google Shape;220;p38"/>
          <p:cNvSpPr txBox="1">
            <a:spLocks noGrp="1"/>
          </p:cNvSpPr>
          <p:nvPr>
            <p:ph type="title"/>
          </p:nvPr>
        </p:nvSpPr>
        <p:spPr>
          <a:xfrm>
            <a:off x="311700" y="445025"/>
            <a:ext cx="8722500" cy="5727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solidFill>
                  <a:srgbClr val="000000"/>
                </a:solidFill>
              </a:rPr>
              <a:t>Cillum fugiat nulla pariatur lorem ipsuma</a:t>
            </a:r>
            <a:endParaRPr>
              <a:solidFill>
                <a:srgbClr val="000000"/>
              </a:solidFill>
            </a:endParaRPr>
          </a:p>
        </p:txBody>
      </p:sp>
      <p:pic>
        <p:nvPicPr>
          <p:cNvPr id="221" name="Google Shape;221;p38"/>
          <p:cNvPicPr preferRelativeResize="0"/>
          <p:nvPr/>
        </p:nvPicPr>
        <p:blipFill rotWithShape="1">
          <a:blip r:embed="rId4">
            <a:alphaModFix/>
          </a:blip>
          <a:srcRect l="24682" r="16955"/>
          <a:stretch/>
        </p:blipFill>
        <p:spPr>
          <a:xfrm>
            <a:off x="5426775" y="1170125"/>
            <a:ext cx="3424775" cy="3846000"/>
          </a:xfrm>
          <a:prstGeom prst="rect">
            <a:avLst/>
          </a:prstGeom>
          <a:noFill/>
          <a:ln>
            <a:noFill/>
          </a:ln>
        </p:spPr>
      </p:pic>
      <p:pic>
        <p:nvPicPr>
          <p:cNvPr id="222" name="Google Shape;222;p38"/>
          <p:cNvPicPr preferRelativeResize="0"/>
          <p:nvPr/>
        </p:nvPicPr>
        <p:blipFill>
          <a:blip r:embed="rId5">
            <a:alphaModFix/>
          </a:blip>
          <a:stretch>
            <a:fillRect/>
          </a:stretch>
        </p:blipFill>
        <p:spPr>
          <a:xfrm>
            <a:off x="1361237" y="3161612"/>
            <a:ext cx="2292301" cy="1027600"/>
          </a:xfrm>
          <a:prstGeom prst="rect">
            <a:avLst/>
          </a:prstGeom>
          <a:noFill/>
          <a:ln>
            <a:noFill/>
          </a:ln>
        </p:spPr>
      </p:pic>
      <p:sp>
        <p:nvSpPr>
          <p:cNvPr id="223" name="Google Shape;223;p38"/>
          <p:cNvSpPr txBox="1">
            <a:spLocks noGrp="1"/>
          </p:cNvSpPr>
          <p:nvPr>
            <p:ph type="body" idx="1"/>
          </p:nvPr>
        </p:nvSpPr>
        <p:spPr>
          <a:xfrm>
            <a:off x="311700" y="1017725"/>
            <a:ext cx="4733700" cy="39984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solidFill>
                  <a:srgbClr val="000000"/>
                </a:solidFill>
              </a:rPr>
              <a:t>Sit amet consectetur adipiscing elit sed do eiusmod tempor incididunt ut labore et dolore magna aliqua enim ad minim veniam quis nostrud exercitation ullamco laboris nisi aliqui</a:t>
            </a:r>
            <a:r>
              <a:rPr lang="en" baseline="-25000">
                <a:solidFill>
                  <a:srgbClr val="000000"/>
                </a:solidFill>
              </a:rPr>
              <a:t>E</a:t>
            </a:r>
            <a:r>
              <a:rPr lang="en">
                <a:solidFill>
                  <a:srgbClr val="000000"/>
                </a:solidFill>
              </a:rPr>
              <a:t> Magna aliqua enim ad minim</a:t>
            </a:r>
            <a:r>
              <a:rPr lang="en" baseline="-25000">
                <a:solidFill>
                  <a:srgbClr val="000000"/>
                </a:solidFill>
              </a:rPr>
              <a:t>N</a:t>
            </a:r>
            <a:r>
              <a:rPr lang="en">
                <a:solidFill>
                  <a:srgbClr val="000000"/>
                </a:solidFill>
              </a:rPr>
              <a:t>Ea commodo consequat duis aute irure in reprehenderit voluptate velit esse cillum fugiat nulla pariatur lor</a:t>
            </a:r>
            <a:endParaRPr>
              <a:solidFill>
                <a:srgbClr val="000000"/>
              </a:solidFill>
            </a:endParaRPr>
          </a:p>
          <a:p>
            <a:pPr marL="0" lvl="0" indent="0" algn="l" rtl="0">
              <a:spcBef>
                <a:spcPts val="1600"/>
              </a:spcBef>
              <a:spcAft>
                <a:spcPts val="0"/>
              </a:spcAft>
              <a:buNone/>
            </a:pPr>
            <a:endParaRPr>
              <a:solidFill>
                <a:srgbClr val="000000"/>
              </a:solidFill>
            </a:endParaRPr>
          </a:p>
          <a:p>
            <a:pPr marL="0" lvl="0" indent="0" algn="l" rtl="0">
              <a:spcBef>
                <a:spcPts val="1600"/>
              </a:spcBef>
              <a:spcAft>
                <a:spcPts val="1600"/>
              </a:spcAft>
              <a:buNone/>
            </a:pPr>
            <a:r>
              <a:rPr lang="en">
                <a:solidFill>
                  <a:srgbClr val="000000"/>
                </a:solidFill>
              </a:rPr>
              <a:t>Reprehenderit voluptatea</a:t>
            </a:r>
            <a:r>
              <a:rPr lang="en" baseline="-25000">
                <a:solidFill>
                  <a:srgbClr val="000000"/>
                </a:solidFill>
              </a:rPr>
              <a:t>P</a:t>
            </a:r>
            <a:r>
              <a:rPr lang="en">
                <a:solidFill>
                  <a:srgbClr val="000000"/>
                </a:solidFill>
              </a:rPr>
              <a:t> Adipiscing eli</a:t>
            </a:r>
            <a:r>
              <a:rPr lang="en" baseline="-25000">
                <a:solidFill>
                  <a:srgbClr val="000000"/>
                </a:solidFill>
              </a:rPr>
              <a:t>U</a:t>
            </a:r>
            <a:r>
              <a:rPr lang="en">
                <a:solidFill>
                  <a:srgbClr val="000000"/>
                </a:solidFill>
              </a:rPr>
              <a:t>Ad minim veniam quis nostrud exercitation ullamco lab</a:t>
            </a:r>
            <a:endParaRPr>
              <a:solidFill>
                <a:srgbClr val="000000"/>
              </a:solidFill>
            </a:endParaRP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bg>
      <p:bgPr>
        <a:solidFill>
          <a:schemeClr val="dk1"/>
        </a:solidFill>
        <a:effectLst/>
      </p:bgPr>
    </p:bg>
    <p:spTree>
      <p:nvGrpSpPr>
        <p:cNvPr id="1" name="Shape 227"/>
        <p:cNvGrpSpPr/>
        <p:nvPr/>
      </p:nvGrpSpPr>
      <p:grpSpPr>
        <a:xfrm>
          <a:off x="0" y="0"/>
          <a:ext cx="0" cy="0"/>
          <a:chOff x="0" y="0"/>
          <a:chExt cx="0" cy="0"/>
        </a:xfrm>
      </p:grpSpPr>
      <p:sp>
        <p:nvSpPr>
          <p:cNvPr id="228" name="Google Shape;228;p39"/>
          <p:cNvSpPr txBox="1">
            <a:spLocks noGrp="1"/>
          </p:cNvSpPr>
          <p:nvPr>
            <p:ph type="title"/>
          </p:nvPr>
        </p:nvSpPr>
        <p:spPr>
          <a:xfrm>
            <a:off x="311700" y="445025"/>
            <a:ext cx="8722500" cy="5727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solidFill>
                  <a:srgbClr val="000000"/>
                </a:solidFill>
              </a:rPr>
              <a:t>Laboris nisi aliquip ex ea commodo con</a:t>
            </a:r>
            <a:endParaRPr>
              <a:solidFill>
                <a:srgbClr val="000000"/>
              </a:solidFill>
            </a:endParaRPr>
          </a:p>
        </p:txBody>
      </p:sp>
      <p:sp>
        <p:nvSpPr>
          <p:cNvPr id="229" name="Google Shape;229;p39"/>
          <p:cNvSpPr txBox="1">
            <a:spLocks noGrp="1"/>
          </p:cNvSpPr>
          <p:nvPr>
            <p:ph type="body" idx="1"/>
          </p:nvPr>
        </p:nvSpPr>
        <p:spPr>
          <a:xfrm>
            <a:off x="311700" y="1152475"/>
            <a:ext cx="3190800" cy="3886200"/>
          </a:xfrm>
          <a:prstGeom prst="rect">
            <a:avLst/>
          </a:prstGeom>
        </p:spPr>
        <p:txBody>
          <a:bodyPr spcFirstLastPara="1" wrap="square" lIns="91425" tIns="91425" rIns="91425" bIns="91425" anchor="t" anchorCtr="0">
            <a:noAutofit/>
          </a:bodyPr>
          <a:lstStyle/>
          <a:p>
            <a:pPr marL="0" lvl="0" indent="0" algn="l" rtl="0">
              <a:spcBef>
                <a:spcPts val="0"/>
              </a:spcBef>
              <a:spcAft>
                <a:spcPts val="1600"/>
              </a:spcAft>
              <a:buNone/>
            </a:pPr>
            <a:r>
              <a:rPr lang="en">
                <a:solidFill>
                  <a:srgbClr val="000000"/>
                </a:solidFill>
              </a:rPr>
              <a:t>Duis aute irure in reprehenderit voluptate velit esse cillum fu </a:t>
            </a:r>
            <a:r>
              <a:rPr lang="en" u="sng">
                <a:solidFill>
                  <a:schemeClr val="hlink"/>
                </a:solidFill>
                <a:hlinkClick r:id="rId3"/>
              </a:rPr>
              <a:t>Esse cillum fu</a:t>
            </a:r>
            <a:r>
              <a:rPr lang="en">
                <a:solidFill>
                  <a:srgbClr val="000000"/>
                </a:solidFill>
              </a:rPr>
              <a:t> Dolor sit ameta</a:t>
            </a:r>
            <a:endParaRPr>
              <a:solidFill>
                <a:srgbClr val="000000"/>
              </a:solidFill>
            </a:endParaRPr>
          </a:p>
        </p:txBody>
      </p:sp>
      <p:pic>
        <p:nvPicPr>
          <p:cNvPr id="230" name="Google Shape;230;p39"/>
          <p:cNvPicPr preferRelativeResize="0"/>
          <p:nvPr/>
        </p:nvPicPr>
        <p:blipFill>
          <a:blip r:embed="rId4">
            <a:alphaModFix/>
          </a:blip>
          <a:stretch>
            <a:fillRect/>
          </a:stretch>
        </p:blipFill>
        <p:spPr>
          <a:xfrm>
            <a:off x="3502634" y="913475"/>
            <a:ext cx="5531564" cy="4230026"/>
          </a:xfrm>
          <a:prstGeom prst="rect">
            <a:avLst/>
          </a:prstGeom>
          <a:noFill/>
          <a:ln>
            <a:noFill/>
          </a:ln>
        </p:spPr>
      </p:pic>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bg>
      <p:bgPr>
        <a:solidFill>
          <a:schemeClr val="dk1"/>
        </a:solidFill>
        <a:effectLst/>
      </p:bgPr>
    </p:bg>
    <p:spTree>
      <p:nvGrpSpPr>
        <p:cNvPr id="1" name="Shape 234"/>
        <p:cNvGrpSpPr/>
        <p:nvPr/>
      </p:nvGrpSpPr>
      <p:grpSpPr>
        <a:xfrm>
          <a:off x="0" y="0"/>
          <a:ext cx="0" cy="0"/>
          <a:chOff x="0" y="0"/>
          <a:chExt cx="0" cy="0"/>
        </a:xfrm>
      </p:grpSpPr>
      <p:sp>
        <p:nvSpPr>
          <p:cNvPr id="235" name="Google Shape;235;p40"/>
          <p:cNvSpPr txBox="1">
            <a:spLocks noGrp="1"/>
          </p:cNvSpPr>
          <p:nvPr>
            <p:ph type="title"/>
          </p:nvPr>
        </p:nvSpPr>
        <p:spPr>
          <a:xfrm>
            <a:off x="311700" y="445025"/>
            <a:ext cx="8722500" cy="5727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solidFill>
                  <a:srgbClr val="000000"/>
                </a:solidFill>
              </a:rPr>
              <a:t>Do eiusmod tempor incididunt ut labore</a:t>
            </a:r>
            <a:endParaRPr>
              <a:solidFill>
                <a:srgbClr val="000000"/>
              </a:solidFill>
            </a:endParaRPr>
          </a:p>
        </p:txBody>
      </p:sp>
      <p:sp>
        <p:nvSpPr>
          <p:cNvPr id="236" name="Google Shape;236;p40"/>
          <p:cNvSpPr txBox="1">
            <a:spLocks noGrp="1"/>
          </p:cNvSpPr>
          <p:nvPr>
            <p:ph type="body" idx="1"/>
          </p:nvPr>
        </p:nvSpPr>
        <p:spPr>
          <a:xfrm>
            <a:off x="311700" y="1152475"/>
            <a:ext cx="8393700" cy="1419300"/>
          </a:xfrm>
          <a:prstGeom prst="rect">
            <a:avLst/>
          </a:prstGeom>
        </p:spPr>
        <p:txBody>
          <a:bodyPr spcFirstLastPara="1" wrap="square" lIns="91425" tIns="91425" rIns="91425" bIns="91425" anchor="t" anchorCtr="0">
            <a:noAutofit/>
          </a:bodyPr>
          <a:lstStyle/>
          <a:p>
            <a:pPr marL="0" lvl="0" indent="0" algn="l" rtl="0">
              <a:spcBef>
                <a:spcPts val="0"/>
              </a:spcBef>
              <a:spcAft>
                <a:spcPts val="1600"/>
              </a:spcAft>
              <a:buNone/>
            </a:pPr>
            <a:r>
              <a:rPr lang="en">
                <a:solidFill>
                  <a:srgbClr val="000000"/>
                </a:solidFill>
              </a:rPr>
              <a:t>Dolore magna aliqua enim ad minim veniam quis nostrud exercitation ullamco laboris nisi aliquip ex ea commodo consequat duis aute irure in reprehenderit voluptate velit esse cillum fugiat nulla pariatur lorem ipsum dolor sit amet consectetur a</a:t>
            </a:r>
            <a:endParaRPr>
              <a:solidFill>
                <a:srgbClr val="000000"/>
              </a:solidFill>
            </a:endParaRPr>
          </a:p>
        </p:txBody>
      </p:sp>
      <p:pic>
        <p:nvPicPr>
          <p:cNvPr id="237" name="Google Shape;237;p40"/>
          <p:cNvPicPr preferRelativeResize="0"/>
          <p:nvPr/>
        </p:nvPicPr>
        <p:blipFill>
          <a:blip r:embed="rId3">
            <a:alphaModFix/>
          </a:blip>
          <a:stretch>
            <a:fillRect/>
          </a:stretch>
        </p:blipFill>
        <p:spPr>
          <a:xfrm>
            <a:off x="0" y="2359629"/>
            <a:ext cx="9144003" cy="2344044"/>
          </a:xfrm>
          <a:prstGeom prst="rect">
            <a:avLst/>
          </a:prstGeom>
          <a:noFill/>
          <a:ln>
            <a:noFill/>
          </a:ln>
        </p:spPr>
      </p:pic>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bg>
      <p:bgPr>
        <a:solidFill>
          <a:schemeClr val="dk1"/>
        </a:solidFill>
        <a:effectLst/>
      </p:bgPr>
    </p:bg>
    <p:spTree>
      <p:nvGrpSpPr>
        <p:cNvPr id="1" name="Shape 241"/>
        <p:cNvGrpSpPr/>
        <p:nvPr/>
      </p:nvGrpSpPr>
      <p:grpSpPr>
        <a:xfrm>
          <a:off x="0" y="0"/>
          <a:ext cx="0" cy="0"/>
          <a:chOff x="0" y="0"/>
          <a:chExt cx="0" cy="0"/>
        </a:xfrm>
      </p:grpSpPr>
      <p:sp>
        <p:nvSpPr>
          <p:cNvPr id="242" name="Google Shape;242;p41"/>
          <p:cNvSpPr txBox="1">
            <a:spLocks noGrp="1"/>
          </p:cNvSpPr>
          <p:nvPr>
            <p:ph type="title"/>
          </p:nvPr>
        </p:nvSpPr>
        <p:spPr>
          <a:xfrm>
            <a:off x="311700" y="445025"/>
            <a:ext cx="8722500" cy="5727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solidFill>
                  <a:srgbClr val="000000"/>
                </a:solidFill>
              </a:rPr>
              <a:t>Quis nostrud exercitation ullamco labo</a:t>
            </a:r>
            <a:endParaRPr>
              <a:solidFill>
                <a:srgbClr val="000000"/>
              </a:solidFill>
            </a:endParaRPr>
          </a:p>
        </p:txBody>
      </p:sp>
      <p:sp>
        <p:nvSpPr>
          <p:cNvPr id="243" name="Google Shape;243;p41"/>
          <p:cNvSpPr txBox="1">
            <a:spLocks noGrp="1"/>
          </p:cNvSpPr>
          <p:nvPr>
            <p:ph type="body" idx="1"/>
          </p:nvPr>
        </p:nvSpPr>
        <p:spPr>
          <a:xfrm>
            <a:off x="311700" y="1152475"/>
            <a:ext cx="8393700" cy="14193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solidFill>
                  <a:srgbClr val="000000"/>
                </a:solidFill>
              </a:rPr>
              <a:t>Ex ea commodo consequat duis aute irure in reprehenderit voluptate velit esse cillum fugiat nulla pariatur lorem ipsum dolor</a:t>
            </a:r>
            <a:endParaRPr>
              <a:solidFill>
                <a:srgbClr val="000000"/>
              </a:solidFill>
            </a:endParaRPr>
          </a:p>
          <a:p>
            <a:pPr marL="0" lvl="0" indent="0" algn="l" rtl="0">
              <a:spcBef>
                <a:spcPts val="1600"/>
              </a:spcBef>
              <a:spcAft>
                <a:spcPts val="0"/>
              </a:spcAft>
              <a:buNone/>
            </a:pPr>
            <a:endParaRPr>
              <a:solidFill>
                <a:srgbClr val="000000"/>
              </a:solidFill>
            </a:endParaRPr>
          </a:p>
          <a:p>
            <a:pPr marL="0" lvl="0" indent="0" algn="l" rtl="0">
              <a:spcBef>
                <a:spcPts val="1600"/>
              </a:spcBef>
              <a:spcAft>
                <a:spcPts val="0"/>
              </a:spcAft>
              <a:buNone/>
            </a:pPr>
            <a:endParaRPr>
              <a:solidFill>
                <a:srgbClr val="000000"/>
              </a:solidFill>
            </a:endParaRPr>
          </a:p>
          <a:p>
            <a:pPr marL="0" lvl="0" indent="0" algn="l" rtl="0">
              <a:spcBef>
                <a:spcPts val="1600"/>
              </a:spcBef>
              <a:spcAft>
                <a:spcPts val="0"/>
              </a:spcAft>
              <a:buNone/>
            </a:pPr>
            <a:endParaRPr>
              <a:solidFill>
                <a:srgbClr val="000000"/>
              </a:solidFill>
            </a:endParaRPr>
          </a:p>
          <a:p>
            <a:pPr marL="0" lvl="0" indent="0" algn="l" rtl="0">
              <a:spcBef>
                <a:spcPts val="1600"/>
              </a:spcBef>
              <a:spcAft>
                <a:spcPts val="0"/>
              </a:spcAft>
              <a:buNone/>
            </a:pPr>
            <a:endParaRPr>
              <a:solidFill>
                <a:srgbClr val="000000"/>
              </a:solidFill>
            </a:endParaRPr>
          </a:p>
          <a:p>
            <a:pPr marL="0" lvl="0" indent="0" algn="l" rtl="0">
              <a:spcBef>
                <a:spcPts val="1600"/>
              </a:spcBef>
              <a:spcAft>
                <a:spcPts val="0"/>
              </a:spcAft>
              <a:buNone/>
            </a:pPr>
            <a:endParaRPr>
              <a:solidFill>
                <a:srgbClr val="000000"/>
              </a:solidFill>
            </a:endParaRPr>
          </a:p>
          <a:p>
            <a:pPr marL="0" lvl="0" indent="0" algn="l" rtl="0">
              <a:spcBef>
                <a:spcPts val="1600"/>
              </a:spcBef>
              <a:spcAft>
                <a:spcPts val="1600"/>
              </a:spcAft>
              <a:buNone/>
            </a:pPr>
            <a:r>
              <a:rPr lang="en">
                <a:solidFill>
                  <a:srgbClr val="000000"/>
                </a:solidFill>
              </a:rPr>
              <a:t>In reprehenderit voluptate velit esse cillum fugiat nulla pariatu</a:t>
            </a:r>
            <a:endParaRPr>
              <a:solidFill>
                <a:srgbClr val="000000"/>
              </a:solidFill>
            </a:endParaRPr>
          </a:p>
        </p:txBody>
      </p:sp>
      <p:pic>
        <p:nvPicPr>
          <p:cNvPr id="244" name="Google Shape;244;p41"/>
          <p:cNvPicPr preferRelativeResize="0"/>
          <p:nvPr/>
        </p:nvPicPr>
        <p:blipFill>
          <a:blip r:embed="rId3">
            <a:alphaModFix/>
          </a:blip>
          <a:stretch>
            <a:fillRect/>
          </a:stretch>
        </p:blipFill>
        <p:spPr>
          <a:xfrm>
            <a:off x="653925" y="1880650"/>
            <a:ext cx="7836151" cy="2266925"/>
          </a:xfrm>
          <a:prstGeom prst="rect">
            <a:avLst/>
          </a:prstGeom>
          <a:noFill/>
          <a:ln>
            <a:noFill/>
          </a:ln>
        </p:spPr>
      </p:pic>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bg>
      <p:bgPr>
        <a:solidFill>
          <a:schemeClr val="dk1"/>
        </a:solidFill>
        <a:effectLst/>
      </p:bgPr>
    </p:bg>
    <p:spTree>
      <p:nvGrpSpPr>
        <p:cNvPr id="1" name="Shape 248"/>
        <p:cNvGrpSpPr/>
        <p:nvPr/>
      </p:nvGrpSpPr>
      <p:grpSpPr>
        <a:xfrm>
          <a:off x="0" y="0"/>
          <a:ext cx="0" cy="0"/>
          <a:chOff x="0" y="0"/>
          <a:chExt cx="0" cy="0"/>
        </a:xfrm>
      </p:grpSpPr>
      <p:sp>
        <p:nvSpPr>
          <p:cNvPr id="249" name="Google Shape;249;p42"/>
          <p:cNvSpPr txBox="1">
            <a:spLocks noGrp="1"/>
          </p:cNvSpPr>
          <p:nvPr>
            <p:ph type="title"/>
          </p:nvPr>
        </p:nvSpPr>
        <p:spPr>
          <a:xfrm>
            <a:off x="311700" y="445025"/>
            <a:ext cx="8722500" cy="5727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solidFill>
                  <a:srgbClr val="000000"/>
                </a:solidFill>
              </a:rPr>
              <a:t>Nulla pariatur lorem ipsum do</a:t>
            </a:r>
            <a:endParaRPr>
              <a:solidFill>
                <a:srgbClr val="000000"/>
              </a:solidFill>
            </a:endParaRPr>
          </a:p>
        </p:txBody>
      </p:sp>
      <p:sp>
        <p:nvSpPr>
          <p:cNvPr id="250" name="Google Shape;250;p42"/>
          <p:cNvSpPr txBox="1">
            <a:spLocks noGrp="1"/>
          </p:cNvSpPr>
          <p:nvPr>
            <p:ph type="body" idx="1"/>
          </p:nvPr>
        </p:nvSpPr>
        <p:spPr>
          <a:xfrm>
            <a:off x="311700" y="1152475"/>
            <a:ext cx="8393700" cy="36726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solidFill>
                  <a:srgbClr val="000000"/>
                </a:solidFill>
              </a:rPr>
              <a:t>Collaborator sentence: The field test starts in June.</a:t>
            </a:r>
            <a:endParaRPr>
              <a:solidFill>
                <a:srgbClr val="000000"/>
              </a:solidFill>
            </a:endParaRPr>
          </a:p>
          <a:p>
            <a:pPr marL="0" lvl="0" indent="0" algn="l" rtl="0">
              <a:spcBef>
                <a:spcPts val="1600"/>
              </a:spcBef>
              <a:spcAft>
                <a:spcPts val="0"/>
              </a:spcAft>
              <a:buNone/>
            </a:pPr>
            <a:r>
              <a:rPr lang="en">
                <a:solidFill>
                  <a:srgbClr val="000000"/>
                </a:solidFill>
              </a:rPr>
              <a:t>Incididunt ut labore et dolore magna aliqua enim ad minim veniam quis nostrud exercitation ullamco laboris nisi aliquip ex ea commodo consequat d</a:t>
            </a:r>
            <a:endParaRPr>
              <a:solidFill>
                <a:srgbClr val="000000"/>
              </a:solidFill>
            </a:endParaRPr>
          </a:p>
          <a:p>
            <a:pPr marL="0" lvl="0" indent="0" algn="l" rtl="0">
              <a:spcBef>
                <a:spcPts val="1600"/>
              </a:spcBef>
              <a:spcAft>
                <a:spcPts val="0"/>
              </a:spcAft>
              <a:buNone/>
            </a:pPr>
            <a:r>
              <a:rPr lang="en">
                <a:solidFill>
                  <a:srgbClr val="000000"/>
                </a:solidFill>
              </a:rPr>
              <a:t>Enim ad minim veniam quis nostrud exercitation ullamco laboris nisi aliquip ex ea commodo consequat duis aute irure i</a:t>
            </a:r>
            <a:endParaRPr>
              <a:solidFill>
                <a:srgbClr val="000000"/>
              </a:solidFill>
            </a:endParaRPr>
          </a:p>
          <a:p>
            <a:pPr marL="0" lvl="0" indent="0" algn="l" rtl="0">
              <a:spcBef>
                <a:spcPts val="1600"/>
              </a:spcBef>
              <a:spcAft>
                <a:spcPts val="0"/>
              </a:spcAft>
              <a:buNone/>
            </a:pPr>
            <a:r>
              <a:rPr lang="en">
                <a:solidFill>
                  <a:srgbClr val="000000"/>
                </a:solidFill>
              </a:rPr>
              <a:t>Ullamco laboris nisi aliquip ex ea commodo consequat duis aute irure in reprehenderit voluptate velit esse cillum fugiat nulla pa</a:t>
            </a:r>
            <a:endParaRPr>
              <a:solidFill>
                <a:srgbClr val="000000"/>
              </a:solidFill>
            </a:endParaRPr>
          </a:p>
          <a:p>
            <a:pPr marL="0" lvl="0" indent="0" algn="l" rtl="0">
              <a:spcBef>
                <a:spcPts val="1600"/>
              </a:spcBef>
              <a:spcAft>
                <a:spcPts val="1600"/>
              </a:spcAft>
              <a:buNone/>
            </a:pPr>
            <a:r>
              <a:rPr lang="en">
                <a:solidFill>
                  <a:srgbClr val="000000"/>
                </a:solidFill>
              </a:rPr>
              <a:t>Consequat duis aute irure in reprehenderit voluptate velit esse cillum fugiat nulla pariatur lorem ipsum dolor sit amet co</a:t>
            </a:r>
            <a:endParaRPr>
              <a:solidFill>
                <a:srgbClr val="000000"/>
              </a:solidFill>
            </a:endParaRP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E79CE9C-E874-2D8F-EA03-7934DC48BF86}"/>
              </a:ext>
            </a:extLst>
          </p:cNvPr>
          <p:cNvSpPr>
            <a:spLocks noGrp="1"/>
          </p:cNvSpPr>
          <p:nvPr>
            <p:ph type="title"/>
          </p:nvPr>
        </p:nvSpPr>
        <p:spPr/>
        <p:txBody>
          <a:bodyPr/>
          <a:lstStyle/>
          <a:p>
            <a:endParaRPr lang="en-US"/>
          </a:p>
        </p:txBody>
      </p:sp>
      <p:sp>
        <p:nvSpPr>
          <p:cNvPr id="3" name="Text Placeholder 2">
            <a:extLst>
              <a:ext uri="{FF2B5EF4-FFF2-40B4-BE49-F238E27FC236}">
                <a16:creationId xmlns:a16="http://schemas.microsoft.com/office/drawing/2014/main" id="{DC565D13-D365-4DC6-3ABC-B033D5E7D06B}"/>
              </a:ext>
            </a:extLst>
          </p:cNvPr>
          <p:cNvSpPr>
            <a:spLocks noGrp="1"/>
          </p:cNvSpPr>
          <p:nvPr>
            <p:ph type="body" idx="1"/>
          </p:nvPr>
        </p:nvSpPr>
        <p:spPr/>
        <p:txBody>
          <a:bodyPr/>
          <a:lstStyle/>
          <a:p>
            <a:endParaRPr lang="en-US" dirty="0"/>
          </a:p>
        </p:txBody>
      </p:sp>
      <p:graphicFrame>
        <p:nvGraphicFramePr>
          <p:cNvPr id="4" name="Table 3">
            <a:extLst>
              <a:ext uri="{FF2B5EF4-FFF2-40B4-BE49-F238E27FC236}">
                <a16:creationId xmlns:a16="http://schemas.microsoft.com/office/drawing/2014/main" id="{83843936-B7EB-865D-C186-65F45DB1028D}"/>
              </a:ext>
            </a:extLst>
          </p:cNvPr>
          <p:cNvGraphicFramePr>
            <a:graphicFrameLocks noGrp="1"/>
          </p:cNvGraphicFramePr>
          <p:nvPr>
            <p:extLst>
              <p:ext uri="{D42A27DB-BD31-4B8C-83A1-F6EECF244321}">
                <p14:modId xmlns:p14="http://schemas.microsoft.com/office/powerpoint/2010/main" val="2056279789"/>
              </p:ext>
            </p:extLst>
          </p:nvPr>
        </p:nvGraphicFramePr>
        <p:xfrm>
          <a:off x="879765" y="2244436"/>
          <a:ext cx="5994718" cy="2006596"/>
        </p:xfrm>
        <a:graphic>
          <a:graphicData uri="http://schemas.openxmlformats.org/drawingml/2006/table">
            <a:tbl>
              <a:tblPr firstRow="1" bandRow="1">
                <a:tableStyleId>{5C22544A-7EE6-4342-B048-85BDC9FD1C3A}</a:tableStyleId>
              </a:tblPr>
              <a:tblGrid>
                <a:gridCol w="1117918">
                  <a:extLst>
                    <a:ext uri="{9D8B030D-6E8A-4147-A177-3AD203B41FA5}">
                      <a16:colId xmlns:a16="http://schemas.microsoft.com/office/drawing/2014/main" val="3212390048"/>
                    </a:ext>
                  </a:extLst>
                </a:gridCol>
                <a:gridCol w="1219200">
                  <a:extLst>
                    <a:ext uri="{9D8B030D-6E8A-4147-A177-3AD203B41FA5}">
                      <a16:colId xmlns:a16="http://schemas.microsoft.com/office/drawing/2014/main" val="2726074186"/>
                    </a:ext>
                  </a:extLst>
                </a:gridCol>
                <a:gridCol w="1219200">
                  <a:extLst>
                    <a:ext uri="{9D8B030D-6E8A-4147-A177-3AD203B41FA5}">
                      <a16:colId xmlns:a16="http://schemas.microsoft.com/office/drawing/2014/main" val="3113137578"/>
                    </a:ext>
                  </a:extLst>
                </a:gridCol>
                <a:gridCol w="1219200">
                  <a:extLst>
                    <a:ext uri="{9D8B030D-6E8A-4147-A177-3AD203B41FA5}">
                      <a16:colId xmlns:a16="http://schemas.microsoft.com/office/drawing/2014/main" val="1750796816"/>
                    </a:ext>
                  </a:extLst>
                </a:gridCol>
                <a:gridCol w="1219200">
                  <a:extLst>
                    <a:ext uri="{9D8B030D-6E8A-4147-A177-3AD203B41FA5}">
                      <a16:colId xmlns:a16="http://schemas.microsoft.com/office/drawing/2014/main" val="582190664"/>
                    </a:ext>
                  </a:extLst>
                </a:gridCol>
              </a:tblGrid>
              <a:tr h="485138">
                <a:tc>
                  <a:txBody>
                    <a:bodyPr/>
                    <a:lstStyle/>
                    <a:p>
                      <a:r>
                        <a:rPr lang="en-US" dirty="0">
                          <a:solidFill>
                            <a:srgbClr val="FF0000"/>
                          </a:solidFill>
                        </a:rPr>
                        <a:t>Date</a:t>
                      </a:r>
                    </a:p>
                  </a:txBody>
                  <a:tcPr/>
                </a:tc>
                <a:tc>
                  <a:txBody>
                    <a:bodyPr/>
                    <a:lstStyle/>
                    <a:p>
                      <a:r>
                        <a:rPr lang="en-US" dirty="0"/>
                        <a:t>Restaurant</a:t>
                      </a:r>
                    </a:p>
                  </a:txBody>
                  <a:tcPr/>
                </a:tc>
                <a:tc>
                  <a:txBody>
                    <a:bodyPr/>
                    <a:lstStyle/>
                    <a:p>
                      <a:r>
                        <a:rPr lang="en-US" dirty="0"/>
                        <a:t>Menu</a:t>
                      </a:r>
                    </a:p>
                  </a:txBody>
                  <a:tcPr/>
                </a:tc>
                <a:tc>
                  <a:txBody>
                    <a:bodyPr/>
                    <a:lstStyle/>
                    <a:p>
                      <a:r>
                        <a:rPr lang="en-US" dirty="0"/>
                        <a:t>Price</a:t>
                      </a:r>
                    </a:p>
                  </a:txBody>
                  <a:tcPr/>
                </a:tc>
                <a:tc>
                  <a:txBody>
                    <a:bodyPr/>
                    <a:lstStyle/>
                    <a:p>
                      <a:r>
                        <a:rPr lang="en-US" dirty="0"/>
                        <a:t>Headcount</a:t>
                      </a:r>
                    </a:p>
                  </a:txBody>
                  <a:tcPr/>
                </a:tc>
                <a:extLst>
                  <a:ext uri="{0D108BD9-81ED-4DB2-BD59-A6C34878D82A}">
                    <a16:rowId xmlns:a16="http://schemas.microsoft.com/office/drawing/2014/main" val="2280979815"/>
                  </a:ext>
                </a:extLst>
              </a:tr>
              <a:tr h="485138">
                <a:tc>
                  <a:txBody>
                    <a:bodyPr/>
                    <a:lstStyle/>
                    <a:p>
                      <a:r>
                        <a:rPr lang="en-US" dirty="0">
                          <a:solidFill>
                            <a:srgbClr val="FF0000"/>
                          </a:solidFill>
                        </a:rPr>
                        <a:t>2026/09/22</a:t>
                      </a:r>
                    </a:p>
                  </a:txBody>
                  <a:tcPr/>
                </a:tc>
                <a:tc>
                  <a:txBody>
                    <a:bodyPr/>
                    <a:lstStyle/>
                    <a:p>
                      <a:r>
                        <a:rPr lang="en-US" dirty="0"/>
                        <a:t>Burger A</a:t>
                      </a:r>
                    </a:p>
                  </a:txBody>
                  <a:tcPr/>
                </a:tc>
                <a:tc>
                  <a:txBody>
                    <a:bodyPr/>
                    <a:lstStyle/>
                    <a:p>
                      <a:r>
                        <a:rPr lang="en-US" dirty="0"/>
                        <a:t>Beef burger</a:t>
                      </a:r>
                    </a:p>
                  </a:txBody>
                  <a:tcPr/>
                </a:tc>
                <a:tc>
                  <a:txBody>
                    <a:bodyPr/>
                    <a:lstStyle/>
                    <a:p>
                      <a:r>
                        <a:rPr lang="en-US" dirty="0"/>
                        <a:t>$20</a:t>
                      </a:r>
                    </a:p>
                  </a:txBody>
                  <a:tcPr/>
                </a:tc>
                <a:tc>
                  <a:txBody>
                    <a:bodyPr/>
                    <a:lstStyle/>
                    <a:p>
                      <a:r>
                        <a:rPr lang="en-US" dirty="0"/>
                        <a:t>4</a:t>
                      </a:r>
                    </a:p>
                  </a:txBody>
                  <a:tcPr/>
                </a:tc>
                <a:extLst>
                  <a:ext uri="{0D108BD9-81ED-4DB2-BD59-A6C34878D82A}">
                    <a16:rowId xmlns:a16="http://schemas.microsoft.com/office/drawing/2014/main" val="2827742149"/>
                  </a:ext>
                </a:extLst>
              </a:tr>
              <a:tr h="485138">
                <a:tc>
                  <a:txBody>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lang="en-US" dirty="0">
                          <a:solidFill>
                            <a:srgbClr val="FF0000"/>
                          </a:solidFill>
                        </a:rPr>
                        <a:t>2026/09/23</a:t>
                      </a:r>
                    </a:p>
                    <a:p>
                      <a:endParaRPr lang="en-US" dirty="0">
                        <a:solidFill>
                          <a:srgbClr val="FF0000"/>
                        </a:solidFill>
                      </a:endParaRPr>
                    </a:p>
                  </a:txBody>
                  <a:tcPr/>
                </a:tc>
                <a:tc>
                  <a:txBody>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lang="en-US" dirty="0"/>
                        <a:t>Burger B</a:t>
                      </a:r>
                    </a:p>
                    <a:p>
                      <a:endParaRPr lang="en-US" dirty="0"/>
                    </a:p>
                  </a:txBody>
                  <a:tcPr/>
                </a:tc>
                <a:tc>
                  <a:txBody>
                    <a:bodyPr/>
                    <a:lstStyle/>
                    <a:p>
                      <a:r>
                        <a:rPr lang="en-US" dirty="0"/>
                        <a:t>Veggies burger</a:t>
                      </a:r>
                    </a:p>
                  </a:txBody>
                  <a:tcPr/>
                </a:tc>
                <a:tc>
                  <a:txBody>
                    <a:bodyPr/>
                    <a:lstStyle/>
                    <a:p>
                      <a:r>
                        <a:rPr lang="en-US" sz="1800" baseline="0" dirty="0">
                          <a:solidFill>
                            <a:srgbClr val="0070C0"/>
                          </a:solidFill>
                          <a:latin typeface="Arial Narrow" panose="020B0606020202030204" pitchFamily="34" charset="0"/>
                        </a:rPr>
                        <a:t>$12</a:t>
                      </a:r>
                    </a:p>
                  </a:txBody>
                  <a:tcPr/>
                </a:tc>
                <a:tc>
                  <a:txBody>
                    <a:bodyPr/>
                    <a:lstStyle/>
                    <a:p>
                      <a:r>
                        <a:rPr lang="en-US" dirty="0"/>
                        <a:t>2</a:t>
                      </a:r>
                    </a:p>
                  </a:txBody>
                  <a:tcPr/>
                </a:tc>
                <a:extLst>
                  <a:ext uri="{0D108BD9-81ED-4DB2-BD59-A6C34878D82A}">
                    <a16:rowId xmlns:a16="http://schemas.microsoft.com/office/drawing/2014/main" val="3776727282"/>
                  </a:ext>
                </a:extLst>
              </a:tr>
              <a:tr h="485138">
                <a:tc>
                  <a:txBody>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lang="en-US" dirty="0">
                          <a:solidFill>
                            <a:srgbClr val="FF0000"/>
                          </a:solidFill>
                        </a:rPr>
                        <a:t>2026/09/24</a:t>
                      </a:r>
                    </a:p>
                    <a:p>
                      <a:endParaRPr lang="en-US" dirty="0">
                        <a:solidFill>
                          <a:srgbClr val="FF0000"/>
                        </a:solidFill>
                      </a:endParaRPr>
                    </a:p>
                  </a:txBody>
                  <a:tcPr/>
                </a:tc>
                <a:tc>
                  <a:txBody>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lang="en-US" dirty="0"/>
                        <a:t>Burger C</a:t>
                      </a:r>
                    </a:p>
                    <a:p>
                      <a:endParaRPr lang="en-US" dirty="0"/>
                    </a:p>
                  </a:txBody>
                  <a:tcPr/>
                </a:tc>
                <a:tc>
                  <a:txBody>
                    <a:bodyPr/>
                    <a:lstStyle/>
                    <a:p>
                      <a:r>
                        <a:rPr lang="en-US" dirty="0"/>
                        <a:t>Pasta</a:t>
                      </a:r>
                    </a:p>
                  </a:txBody>
                  <a:tcPr/>
                </a:tc>
                <a:tc>
                  <a:txBody>
                    <a:bodyPr/>
                    <a:lstStyle/>
                    <a:p>
                      <a:r>
                        <a:rPr lang="en-US" sz="2400" b="1" i="1" u="sng" dirty="0">
                          <a:solidFill>
                            <a:srgbClr val="0070C0"/>
                          </a:solidFill>
                          <a:latin typeface="Bahnschrift SemiLight SemiConde" panose="020B0502040204020203" pitchFamily="34" charset="0"/>
                        </a:rPr>
                        <a:t>$90</a:t>
                      </a:r>
                    </a:p>
                  </a:txBody>
                  <a:tcPr/>
                </a:tc>
                <a:tc>
                  <a:txBody>
                    <a:bodyPr/>
                    <a:lstStyle/>
                    <a:p>
                      <a:r>
                        <a:rPr lang="en-US" dirty="0"/>
                        <a:t>1</a:t>
                      </a:r>
                    </a:p>
                  </a:txBody>
                  <a:tcPr/>
                </a:tc>
                <a:extLst>
                  <a:ext uri="{0D108BD9-81ED-4DB2-BD59-A6C34878D82A}">
                    <a16:rowId xmlns:a16="http://schemas.microsoft.com/office/drawing/2014/main" val="2457992529"/>
                  </a:ext>
                </a:extLst>
              </a:tr>
            </a:tbl>
          </a:graphicData>
        </a:graphic>
      </p:graphicFrame>
    </p:spTree>
    <p:extLst>
      <p:ext uri="{BB962C8B-B14F-4D97-AF65-F5344CB8AC3E}">
        <p14:creationId xmlns:p14="http://schemas.microsoft.com/office/powerpoint/2010/main" val="2792873203"/>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Shape 254"/>
        <p:cNvGrpSpPr/>
        <p:nvPr/>
      </p:nvGrpSpPr>
      <p:grpSpPr>
        <a:xfrm>
          <a:off x="0" y="0"/>
          <a:ext cx="0" cy="0"/>
          <a:chOff x="0" y="0"/>
          <a:chExt cx="0" cy="0"/>
        </a:xfrm>
      </p:grpSpPr>
      <p:sp>
        <p:nvSpPr>
          <p:cNvPr id="255" name="Google Shape;255;p43"/>
          <p:cNvSpPr txBox="1">
            <a:spLocks noGrp="1"/>
          </p:cNvSpPr>
          <p:nvPr>
            <p:ph type="title"/>
          </p:nvPr>
        </p:nvSpPr>
        <p:spPr>
          <a:xfrm>
            <a:off x="671250" y="2141250"/>
            <a:ext cx="8077200" cy="861000"/>
          </a:xfrm>
          <a:prstGeom prst="rect">
            <a:avLst/>
          </a:prstGeom>
        </p:spPr>
        <p:txBody>
          <a:bodyPr spcFirstLastPara="1" wrap="square" lIns="91425" tIns="91425" rIns="91425" bIns="91425" anchor="ctr" anchorCtr="0">
            <a:noAutofit/>
          </a:bodyPr>
          <a:lstStyle/>
          <a:p>
            <a:pPr marL="0" lvl="0" indent="0" algn="ctr" rtl="0">
              <a:spcBef>
                <a:spcPts val="0"/>
              </a:spcBef>
              <a:spcAft>
                <a:spcPts val="0"/>
              </a:spcAft>
              <a:buNone/>
            </a:pPr>
            <a:r>
              <a:rPr lang="en"/>
              <a:t>Velit e</a:t>
            </a:r>
            <a:endParaRPr/>
          </a:p>
        </p:txBody>
      </p:sp>
    </p:spTree>
  </p:cSld>
  <p:clrMapOvr>
    <a:masterClrMapping/>
  </p:clrMapOvr>
</p:sld>
</file>

<file path=ppt/theme/theme1.xml><?xml version="1.0" encoding="utf-8"?>
<a:theme xmlns:a="http://schemas.openxmlformats.org/drawingml/2006/main" name="Slate">
  <a:themeElements>
    <a:clrScheme name="Slate">
      <a:dk1>
        <a:srgbClr val="FFFFFF"/>
      </a:dk1>
      <a:lt1>
        <a:srgbClr val="37474F"/>
      </a:lt1>
      <a:dk2>
        <a:srgbClr val="9E9E9E"/>
      </a:dk2>
      <a:lt2>
        <a:srgbClr val="E0E0E0"/>
      </a:lt2>
      <a:accent1>
        <a:srgbClr val="616161"/>
      </a:accent1>
      <a:accent2>
        <a:srgbClr val="78909C"/>
      </a:accent2>
      <a:accent3>
        <a:srgbClr val="CACACA"/>
      </a:accent3>
      <a:accent4>
        <a:srgbClr val="64FFDA"/>
      </a:accent4>
      <a:accent5>
        <a:srgbClr val="FFD966"/>
      </a:accent5>
      <a:accent6>
        <a:srgbClr val="F5F5F5"/>
      </a:accent6>
      <a:hlink>
        <a:srgbClr val="FFD966"/>
      </a:hlink>
      <a:folHlink>
        <a:srgbClr val="FFD966"/>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Slate">
  <a:themeElements>
    <a:clrScheme name="Slate">
      <a:dk1>
        <a:srgbClr val="FFFFFF"/>
      </a:dk1>
      <a:lt1>
        <a:srgbClr val="37474F"/>
      </a:lt1>
      <a:dk2>
        <a:srgbClr val="9E9E9E"/>
      </a:dk2>
      <a:lt2>
        <a:srgbClr val="E0E0E0"/>
      </a:lt2>
      <a:accent1>
        <a:srgbClr val="616161"/>
      </a:accent1>
      <a:accent2>
        <a:srgbClr val="78909C"/>
      </a:accent2>
      <a:accent3>
        <a:srgbClr val="CACACA"/>
      </a:accent3>
      <a:accent4>
        <a:srgbClr val="64FFDA"/>
      </a:accent4>
      <a:accent5>
        <a:srgbClr val="FFD966"/>
      </a:accent5>
      <a:accent6>
        <a:srgbClr val="F5F5F5"/>
      </a:accent6>
      <a:hlink>
        <a:srgbClr val="FFD966"/>
      </a:hlink>
      <a:folHlink>
        <a:srgbClr val="FFD966"/>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1651</Words>
  <Application>Microsoft Office PowerPoint</Application>
  <PresentationFormat>On-screen Show (16:9)</PresentationFormat>
  <Paragraphs>105</Paragraphs>
  <Slides>20</Slides>
  <Notes>19</Notes>
  <HiddenSlides>0</HiddenSlides>
  <MMClips>0</MMClips>
  <ScaleCrop>false</ScaleCrop>
  <HeadingPairs>
    <vt:vector size="6" baseType="variant">
      <vt:variant>
        <vt:lpstr>Fonts Used</vt:lpstr>
      </vt:variant>
      <vt:variant>
        <vt:i4>6</vt:i4>
      </vt:variant>
      <vt:variant>
        <vt:lpstr>Theme</vt:lpstr>
      </vt:variant>
      <vt:variant>
        <vt:i4>2</vt:i4>
      </vt:variant>
      <vt:variant>
        <vt:lpstr>Slide Titles</vt:lpstr>
      </vt:variant>
      <vt:variant>
        <vt:i4>20</vt:i4>
      </vt:variant>
    </vt:vector>
  </HeadingPairs>
  <TitlesOfParts>
    <vt:vector size="28" baseType="lpstr">
      <vt:lpstr>Arial Narrow</vt:lpstr>
      <vt:lpstr>Oswald</vt:lpstr>
      <vt:lpstr>Times New Roman</vt:lpstr>
      <vt:lpstr>Arial</vt:lpstr>
      <vt:lpstr>Average</vt:lpstr>
      <vt:lpstr>Bahnschrift SemiLight SemiConde</vt:lpstr>
      <vt:lpstr>Slate</vt:lpstr>
      <vt:lpstr>Slate</vt:lpstr>
      <vt:lpstr>Rich deck fixture</vt:lpstr>
      <vt:lpstr>Eiusmod tempor incididunt ut labore et dolore magna aliqua e</vt:lpstr>
      <vt:lpstr>Esse cillum fugiat nulla par</vt:lpstr>
      <vt:lpstr>Consectetur adipiscing elit sed do eiusmod tempor inc</vt:lpstr>
      <vt:lpstr>Veniam quis nostrud exercitation ullamco laboris nisi aliq</vt:lpstr>
      <vt:lpstr>Elit sed do eiusmod tempor incididunt ut labore et dolore magna ali Labore et dolore magna aliqua enim ad minim veniam quis nostrud</vt:lpstr>
      <vt:lpstr>Nisi aliquip ex ea commodo consequat duis aute irure in r</vt:lpstr>
      <vt:lpstr>Eaa Reprehend Pariatur lorem ipsum dolor sit amet</vt:lpstr>
      <vt:lpstr>Lorem ipsum dolor sit amet consectetur adipiscing elit sed do eiu Elit sed do eiusmod tempor incididunta</vt:lpstr>
      <vt:lpstr>Esse cillum f</vt:lpstr>
      <vt:lpstr>Dolore magna aliqua enim ad minim veniam quis nostrud exercitation ul</vt:lpstr>
      <vt:lpstr>Quis nostrud exerci</vt:lpstr>
      <vt:lpstr>Commodo consequat duis aute irure in repr</vt:lpstr>
      <vt:lpstr>Cillum fugiat nulla pariatur lorem ipsuma</vt:lpstr>
      <vt:lpstr>Laboris nisi aliquip ex ea commodo con</vt:lpstr>
      <vt:lpstr>Do eiusmod tempor incididunt ut labore</vt:lpstr>
      <vt:lpstr>Quis nostrud exercitation ullamco labo</vt:lpstr>
      <vt:lpstr>Nulla pariatur lorem ipsum do</vt:lpstr>
      <vt:lpstr>PowerPoint Presentation</vt:lpstr>
      <vt:lpstr>Velit e</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Rich deck fixture</dc:title>
  <cp:revision>1</cp:revision>
  <dcterms:created xsi:type="dcterms:W3CDTF">2026-01-01T00:00:00Z</dcterms:created>
  <dcterms:modified xsi:type="dcterms:W3CDTF">2026-01-01T00:00:00Z</dcterms:modified>
</cp:coreProperties>
</file>