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a65c0f64c44fc0" /><Relationship Type="http://schemas.openxmlformats.org/officeDocument/2006/relationships/extended-properties" Target="/docProps/app.xml" Id="R0b264c4151cd41c5" /><Relationship Type="http://schemas.openxmlformats.org/officeDocument/2006/relationships/officeDocument" Target="/ppt/presentation.xml" Id="R2c1960bad40d43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e7e610698f43fb"/>
  </p:sldMasterIdLst>
  <p:notesMasterIdLst>
    <p:notesMasterId xmlns:r="http://schemas.openxmlformats.org/officeDocument/2006/relationships" r:id="R643f0ab4f52548d0"/>
  </p:notesMasterIdLst>
  <p:sldIdLst>
    <p:sldId xmlns:r="http://schemas.openxmlformats.org/officeDocument/2006/relationships" id="256" r:id="Rea625157f3cd4a29"/>
    <p:sldId xmlns:r="http://schemas.openxmlformats.org/officeDocument/2006/relationships" id="257" r:id="Rdaf28cd7b6694d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3a2b6218604b00" /><Relationship Type="http://schemas.openxmlformats.org/officeDocument/2006/relationships/slideMaster" Target="/ppt/slideMasters/slideMaster1.xml" Id="R96e7e610698f43fb" /><Relationship Type="http://schemas.openxmlformats.org/officeDocument/2006/relationships/notesMaster" Target="/ppt/notesMasters/notesMaster1.xml" Id="R643f0ab4f52548d0" /><Relationship Type="http://schemas.openxmlformats.org/officeDocument/2006/relationships/presProps" Target="/ppt/presProps.xml" Id="R90ad3c96fece49f2" /><Relationship Type="http://schemas.openxmlformats.org/officeDocument/2006/relationships/tableStyles" Target="/ppt/tableStyles.xml" Id="Rb6d00d9e552d43da" /><Relationship Type="http://schemas.openxmlformats.org/officeDocument/2006/relationships/slide" Target="/ppt/slides/slide1.xml" Id="Rea625157f3cd4a29" /><Relationship Type="http://schemas.openxmlformats.org/officeDocument/2006/relationships/slide" Target="/ppt/slides/slide2.xml" Id="Rdaf28cd7b6694d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ad9517f4cc45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2689177cd54af4" /><Relationship Type="http://schemas.openxmlformats.org/officeDocument/2006/relationships/notesMaster" Target="/ppt/notesMasters/notesMaster1.xml" Id="R65497730427f48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1906130f0141dc" /><Relationship Type="http://schemas.openxmlformats.org/officeDocument/2006/relationships/notesMaster" Target="/ppt/notesMasters/notesMaster1.xml" Id="R25d39f31212146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3d24d45d84b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d67f1c7cf84557" /><Relationship Type="http://schemas.openxmlformats.org/officeDocument/2006/relationships/slideLayout" Target="/ppt/slideLayouts/slideLayout1.xml" Id="R509bf42be38b4d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9bf42be38b4d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4c22c80544f62" /><Relationship Type="http://schemas.openxmlformats.org/officeDocument/2006/relationships/notesSlide" Target="/ppt/notesSlides/notesSlide1.xml" Id="R8f10d51ace8841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529fc061a4f82" /><Relationship Type="http://schemas.openxmlformats.org/officeDocument/2006/relationships/chart" Target="/ppt/slides/charts/chart1.xml" Id="R9f7fa1f18949401a" /><Relationship Type="http://schemas.openxmlformats.org/officeDocument/2006/relationships/notesSlide" Target="/ppt/notesSlides/notesSlide2.xml" Id="R9f4fd3643e0546e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Viewer</c:v>
          </c:tx>
          <c:spPr>
            <a:solidFill xmlns:a="http://schemas.openxmlformats.org/drawingml/2006/main">
              <a:srgbClr val="2B7FFF"/>
            </a:solidFill>
          </c:spPr>
          <c:cat>
            <c:strLit>
              <c:ptCount val="3"/>
              <c:pt idx="0">
                <c:v>DOCX</c:v>
              </c:pt>
              <c:pt idx="1">
                <c:v>XLSX</c:v>
              </c:pt>
              <c:pt idx="2">
                <c:v>PPTX</c:v>
              </c:pt>
            </c:strLit>
          </c:cat>
          <c:val>
            <c:numLit>
              <c:formatCode>General</c:formatCode>
              <c:ptCount val="3"/>
              <c:pt idx="0">
                <c:v>2.4</c:v>
              </c:pt>
              <c:pt idx="1">
                <c:v>1.2</c:v>
              </c:pt>
              <c:pt idx="2">
                <c:v>1.4</c:v>
              </c:pt>
            </c:numLit>
          </c:val>
        </c:ser>
        <c:ser>
          <c:idx val="1"/>
          <c:order val="1"/>
          <c:tx>
            <c:v>Editor</c:v>
          </c:tx>
          <c:spPr>
            <a:solidFill xmlns:a="http://schemas.openxmlformats.org/drawingml/2006/main">
              <a:srgbClr val="314158"/>
            </a:solidFill>
          </c:spPr>
          <c:cat>
            <c:strLit>
              <c:ptCount val="3"/>
              <c:pt idx="0">
                <c:v>DOCX</c:v>
              </c:pt>
              <c:pt idx="1">
                <c:v>XLSX</c:v>
              </c:pt>
              <c:pt idx="2">
                <c:v>PPTX</c:v>
              </c:pt>
            </c:strLit>
          </c:cat>
          <c:val>
            <c:numLit>
              <c:formatCode>General</c:formatCode>
              <c:ptCount val="3"/>
              <c:pt idx="0">
                <c:v>8.1</c:v>
              </c:pt>
              <c:pt idx="1">
                <c:v>4.7</c:v>
              </c:pt>
              <c:pt idx="2">
                <c:v>3.9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Relative memory units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648AA5-F696-4052-9D52-93499E33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DFC"/>
                </a:solidFill>
              </a:defRPr>
            </a:pPr>
            <a:r>
              <a:rPr sz="975" b="1">
                <a:solidFill>
                  <a:srgbClr val="155DFC"/>
                </a:solidFill>
              </a:rPr>
              <a:t>BETTEROFFICE · BROWSER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B4A95-681D-46E1-AE18-0A04AC16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90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View first.</a:t>
            </a:r>
          </a:p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Load editing only on demand.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1FA42-433F-4308-A3B7-C1B272E1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47E6"/>
                </a:solidFill>
              </a:defRPr>
            </a:pPr>
            <a:r>
              <a:rPr sz="1350" b="1">
                <a:solidFill>
                  <a:srgbClr val="1447E6"/>
                </a:solidFill>
              </a:rPr>
              <a:t>CAPY_EDIT_MARKER_PPTX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7AB2F-FEF6-4DDA-8D81-03A2894B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1409700" cy="16954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26B1D-DB08-4422-BC1D-00C063BC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66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DFC"/>
                </a:solidFill>
              </a:defRPr>
            </a:pPr>
            <a:r>
              <a:rPr sz="975" b="1">
                <a:solidFill>
                  <a:srgbClr val="155DFC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0F85D-430E-45C9-94EA-10897548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098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Inspect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95EAE-4E72-48A4-A214-335493BF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09900"/>
            <a:ext cx="110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5556C"/>
                </a:solidFill>
              </a:defRPr>
            </a:pPr>
            <a:r>
              <a:rPr sz="825">
                <a:solidFill>
                  <a:srgbClr val="45556C"/>
                </a:solidFill>
              </a:rPr>
              <a:t>Identify format and cheap metadata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5CD90-9F28-4A0C-920B-8B08B32A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95500"/>
            <a:ext cx="1409700" cy="16954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608B4-10C7-45AD-88FA-5B71CF69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66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5DFC"/>
                </a:solidFill>
              </a:defRPr>
            </a:pPr>
            <a:r>
              <a:rPr sz="975" b="1">
                <a:solidFill>
                  <a:srgbClr val="155DFC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3A602-DDFF-4A06-A1EF-F36BACD9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98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43137-2C81-4D76-90C2-CF9E7130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09900"/>
            <a:ext cx="110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5556C"/>
                </a:solidFill>
              </a:defRPr>
            </a:pPr>
            <a:r>
              <a:rPr sz="825">
                <a:solidFill>
                  <a:srgbClr val="45556C"/>
                </a:solidFill>
              </a:rPr>
              <a:t>Render with the smallest format-specific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94416-31B4-43F3-860C-611E1FC7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095500"/>
            <a:ext cx="1409700" cy="16954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55DFC"/>
          </a:solidFill>
          <a:ln xmlns:a="http://schemas.openxmlformats.org/drawingml/2006/main" w="9525">
            <a:solidFill>
              <a:srgbClr val="155D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5B5C9-FEC4-4566-8B03-C1ADD8C6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66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1EB1A-84D8-4132-BFC6-814A4F13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098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2D4D30-3D24-430C-901E-D7438039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09900"/>
            <a:ext cx="110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DBEAFE"/>
                </a:solidFill>
              </a:defRPr>
            </a:pPr>
            <a:r>
              <a:rPr sz="825">
                <a:solidFill>
                  <a:srgbClr val="DBEAFE"/>
                </a:solidFill>
              </a:rPr>
              <a:t>Replace the iframe with the full editor runtime</a:t>
            </a:r>
          </a:p>
        </p:txBody>
      </p:sp>
    </p:spTree>
    <p:extLst>
      <p:ext uri="{BB962C8B-B14F-4D97-AF65-F5344CB8AC3E}">
        <p14:creationId xmlns:p14="http://schemas.microsoft.com/office/powerpoint/2010/main" val="7088514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3DF22-7B43-4A33-ABA5-2B7E9401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Runtime budgets are format-specific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C5088-5431-42C5-9226-0A2A20B0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Synthetic values make the chart deterministic; the POC replaces them with measured results.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7fa1f18949401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ED69A-E1C8-4D0F-AC0A-16AF9D8B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52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Preservation sentinels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9C3BE-771A-4EE3-A7F3-FF24F432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24125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• Two slides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• Editable text boxes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• Native chart object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• Theme colors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• Unicode: 中文 · ✓</a:t>
            </a:r>
          </a:p>
        </p:txBody>
      </p:sp>
    </p:spTree>
    <p:extLst>
      <p:ext uri="{BB962C8B-B14F-4D97-AF65-F5344CB8AC3E}">
        <p14:creationId xmlns:p14="http://schemas.microsoft.com/office/powerpoint/2010/main" val="11862668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2026-09-05T04:12:46.6100000Z</dcterms:created>
  <dcterms:modified xsi:type="dcterms:W3CDTF">2026-09-05T04:12:46.6100000Z</dcterms:modified>
</coreProperties>
</file>