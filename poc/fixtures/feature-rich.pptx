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5eaae608f04928" /><Relationship Type="http://schemas.openxmlformats.org/officeDocument/2006/relationships/extended-properties" Target="/docProps/app.xml" Id="R981084fa5ab94fc5" /><Relationship Type="http://schemas.openxmlformats.org/officeDocument/2006/relationships/officeDocument" Target="/ppt/presentation.xml" Id="R996e43f5385943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1bf82a03da44c9"/>
  </p:sldMasterIdLst>
  <p:notesMasterIdLst>
    <p:notesMasterId xmlns:r="http://schemas.openxmlformats.org/officeDocument/2006/relationships" r:id="R5380357df4014dd1"/>
  </p:notesMasterIdLst>
  <p:sldIdLst>
    <p:sldId xmlns:r="http://schemas.openxmlformats.org/officeDocument/2006/relationships" id="256" r:id="R34537afc78364a5c"/>
    <p:sldId xmlns:r="http://schemas.openxmlformats.org/officeDocument/2006/relationships" id="257" r:id="R7f900931350a47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ecab860fcc4686" /><Relationship Type="http://schemas.openxmlformats.org/officeDocument/2006/relationships/slideMaster" Target="/ppt/slideMasters/slideMaster1.xml" Id="Rb71bf82a03da44c9" /><Relationship Type="http://schemas.openxmlformats.org/officeDocument/2006/relationships/notesMaster" Target="/ppt/notesMasters/notesMaster1.xml" Id="R5380357df4014dd1" /><Relationship Type="http://schemas.openxmlformats.org/officeDocument/2006/relationships/presProps" Target="/ppt/presProps.xml" Id="R3c44e9d535464a84" /><Relationship Type="http://schemas.openxmlformats.org/officeDocument/2006/relationships/tableStyles" Target="/ppt/tableStyles.xml" Id="R8316d5c25a48404d" /><Relationship Type="http://schemas.openxmlformats.org/officeDocument/2006/relationships/slide" Target="/ppt/slides/slide1.xml" Id="R34537afc78364a5c" /><Relationship Type="http://schemas.openxmlformats.org/officeDocument/2006/relationships/slide" Target="/ppt/slides/slide2.xml" Id="R7f900931350a47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fd49ef3f8a42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723abd80dc41a3" /><Relationship Type="http://schemas.openxmlformats.org/officeDocument/2006/relationships/notesMaster" Target="/ppt/notesMasters/notesMaster1.xml" Id="R7acf3da49ff34e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fc0ce29c0d4dad" /><Relationship Type="http://schemas.openxmlformats.org/officeDocument/2006/relationships/notesMaster" Target="/ppt/notesMasters/notesMaster1.xml" Id="Rc6d1468ee80e43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4d2c5daba4b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af50e2ed194d96" /><Relationship Type="http://schemas.openxmlformats.org/officeDocument/2006/relationships/slideLayout" Target="/ppt/slideLayouts/slideLayout1.xml" Id="R3f2ddf0812704c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2ddf0812704c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cfebee8444dde" /><Relationship Type="http://schemas.openxmlformats.org/officeDocument/2006/relationships/notesSlide" Target="/ppt/notesSlides/notesSlide1.xml" Id="R2237f832ca2444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1acd008234e52" /><Relationship Type="http://schemas.openxmlformats.org/officeDocument/2006/relationships/chart" Target="/ppt/slides/charts/chart1.xml" Id="R282169fca0514ee6" /><Relationship Type="http://schemas.openxmlformats.org/officeDocument/2006/relationships/notesSlide" Target="/ppt/notesSlides/notesSlide2.xml" Id="Rf0666d8baf32476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Viewer</c:v>
          </c:tx>
          <c:spPr>
            <a:solidFill xmlns:a="http://schemas.openxmlformats.org/drawingml/2006/main">
              <a:srgbClr val="2B7FFF"/>
            </a:solidFill>
          </c:spPr>
          <c:cat>
            <c:strLit>
              <c:ptCount val="3"/>
              <c:pt idx="0">
                <c:v>DOCX</c:v>
              </c:pt>
              <c:pt idx="1">
                <c:v>XLSX</c:v>
              </c:pt>
              <c:pt idx="2">
                <c:v>PPTX</c:v>
              </c:pt>
            </c:strLit>
          </c:cat>
          <c:val>
            <c:numLit>
              <c:formatCode>General</c:formatCode>
              <c:ptCount val="3"/>
              <c:pt idx="0">
                <c:v>2.4</c:v>
              </c:pt>
              <c:pt idx="1">
                <c:v>1.2</c:v>
              </c:pt>
              <c:pt idx="2">
                <c:v>1.4</c:v>
              </c:pt>
            </c:numLit>
          </c:val>
        </c:ser>
        <c:ser>
          <c:idx val="1"/>
          <c:order val="1"/>
          <c:tx>
            <c:v>Editor</c:v>
          </c:tx>
          <c:spPr>
            <a:solidFill xmlns:a="http://schemas.openxmlformats.org/drawingml/2006/main">
              <a:srgbClr val="314158"/>
            </a:solidFill>
          </c:spPr>
          <c:cat>
            <c:strLit>
              <c:ptCount val="3"/>
              <c:pt idx="0">
                <c:v>DOCX</c:v>
              </c:pt>
              <c:pt idx="1">
                <c:v>XLSX</c:v>
              </c:pt>
              <c:pt idx="2">
                <c:v>PPTX</c:v>
              </c:pt>
            </c:strLit>
          </c:cat>
          <c:val>
            <c:numLit>
              <c:formatCode>General</c:formatCode>
              <c:ptCount val="3"/>
              <c:pt idx="0">
                <c:v>8.1</c:v>
              </c:pt>
              <c:pt idx="1">
                <c:v>4.7</c:v>
              </c:pt>
              <c:pt idx="2">
                <c:v>3.9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Relative memory units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7B9E52-CA4D-42DA-A02A-B70668C5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DFC"/>
                </a:solidFill>
              </a:defRPr>
            </a:pPr>
            <a:r>
              <a:rPr sz="975" b="1">
                <a:solidFill>
                  <a:srgbClr val="155DFC"/>
                </a:solidFill>
              </a:rPr>
              <a:t>BETTEROFFICE · BROWSER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B0DCA-8BDE-42B8-A6BB-785183DE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20618"/>
                </a:solidFill>
              </a:defRPr>
            </a:pPr>
            <a:r>
              <a:rPr sz="3300" b="1">
                <a:solidFill>
                  <a:srgbClr val="020618"/>
                </a:solidFill>
              </a:rPr>
              <a:t>View first.</a:t>
            </a:r>
          </a:p>
          <a:p xmlns:a="http://schemas.openxmlformats.org/drawingml/2006/main">
            <a:pPr>
              <a:defRPr sz="3300" b="1">
                <a:solidFill>
                  <a:srgbClr val="020618"/>
                </a:solidFill>
              </a:defRPr>
            </a:pPr>
            <a:r>
              <a:rPr sz="3300" b="1">
                <a:solidFill>
                  <a:srgbClr val="020618"/>
                </a:solidFill>
              </a:rPr>
              <a:t>Load editing only on demand.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170DA-EACE-4C1D-A9A0-C42A62D1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47E6"/>
                </a:solidFill>
              </a:defRPr>
            </a:pPr>
            <a:r>
              <a:rPr sz="1350" b="1">
                <a:solidFill>
                  <a:srgbClr val="1447E6"/>
                </a:solidFill>
              </a:rPr>
              <a:t>EVO_EDIT_MARKER_PPTX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EACE9C-1D0B-4881-8074-DD48444A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1409700" cy="16954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C025E-2444-4354-886E-1D9170F3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2669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DFC"/>
                </a:solidFill>
              </a:defRPr>
            </a:pPr>
            <a:r>
              <a:rPr sz="975" b="1">
                <a:solidFill>
                  <a:srgbClr val="155DFC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46904-1D04-470F-B20F-80E24B2A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098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Inspect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1916A-53CD-4AD9-8DCC-24D6EF44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09900"/>
            <a:ext cx="110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5556C"/>
                </a:solidFill>
              </a:defRPr>
            </a:pPr>
            <a:r>
              <a:rPr sz="825">
                <a:solidFill>
                  <a:srgbClr val="45556C"/>
                </a:solidFill>
              </a:rPr>
              <a:t>Identify format and cheap 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BD16F-B0EC-4888-8137-312F0043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95500"/>
            <a:ext cx="1409700" cy="16954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3641FE-7827-404D-AE19-A4D319DC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669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DFC"/>
                </a:solidFill>
              </a:defRPr>
            </a:pPr>
            <a:r>
              <a:rPr sz="975" b="1">
                <a:solidFill>
                  <a:srgbClr val="155DFC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17C3C-8E9F-4A52-8543-6499B2B6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098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49E328-4818-49F5-B06F-135EDD2D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110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5556C"/>
                </a:solidFill>
              </a:defRPr>
            </a:pPr>
            <a:r>
              <a:rPr sz="825">
                <a:solidFill>
                  <a:srgbClr val="45556C"/>
                </a:solidFill>
              </a:rPr>
              <a:t>Render with the smallest format-specific engine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86057-9BBD-4D78-B82F-BCEA4E55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95500"/>
            <a:ext cx="1409700" cy="16954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155DFC"/>
          </a:solidFill>
          <a:ln xmlns:a="http://schemas.openxmlformats.org/drawingml/2006/main" w="9525">
            <a:solidFill>
              <a:srgbClr val="155DF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93AEC-4A47-4F3E-9FDD-48321419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2669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4236D-C37C-415C-A2E2-CA4198A9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098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E05495-8EC3-4832-AECF-591B154F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10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DBEAFE"/>
                </a:solidFill>
              </a:defRPr>
            </a:pPr>
            <a:r>
              <a:rPr sz="825">
                <a:solidFill>
                  <a:srgbClr val="DBEAFE"/>
                </a:solidFill>
              </a:rPr>
              <a:t>Replace the iframe with the full editor runtime</a:t>
            </a:r>
          </a:p>
        </p:txBody>
      </p:sp>
    </p:spTree>
    <p:extLst>
      <p:ext uri="{BB962C8B-B14F-4D97-AF65-F5344CB8AC3E}">
        <p14:creationId xmlns:p14="http://schemas.microsoft.com/office/powerpoint/2010/main" val="14400129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BE57F-5ABC-4448-A24C-2AEE8715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20618"/>
                </a:solidFill>
              </a:defRPr>
            </a:pPr>
            <a:r>
              <a:rPr sz="2400" b="1">
                <a:solidFill>
                  <a:srgbClr val="020618"/>
                </a:solidFill>
              </a:rPr>
              <a:t>Runtime budgets are format-specific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748869-1144-400A-9191-33767F31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5556C"/>
                </a:solidFill>
              </a:defRPr>
            </a:pPr>
            <a:r>
              <a:rPr sz="1125">
                <a:solidFill>
                  <a:srgbClr val="45556C"/>
                </a:solidFill>
              </a:rPr>
              <a:t>Synthetic values make the chart deterministic; the POC replaces them with measured results.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2169fca0514ee6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F79FD-98EB-4E4B-A68D-4440ABB8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52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Preservation sentinels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FE76E-6256-4E90-9B84-56384EA6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24125"/>
            <a:ext cx="285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14158"/>
                </a:solidFill>
              </a:defRPr>
            </a:pPr>
            <a:r>
              <a:rPr sz="1275">
                <a:solidFill>
                  <a:srgbClr val="314158"/>
                </a:solidFill>
              </a:rPr>
              <a:t>• Two slides</a:t>
            </a:r>
          </a:p>
          <a:p xmlns:a="http://schemas.openxmlformats.org/drawingml/2006/main">
            <a:pPr>
              <a:defRPr sz="1275">
                <a:solidFill>
                  <a:srgbClr val="314158"/>
                </a:solidFill>
              </a:defRPr>
            </a:pPr>
            <a:r>
              <a:rPr sz="1275">
                <a:solidFill>
                  <a:srgbClr val="314158"/>
                </a:solidFill>
              </a:rPr>
              <a:t>• Editable text boxes</a:t>
            </a:r>
          </a:p>
          <a:p xmlns:a="http://schemas.openxmlformats.org/drawingml/2006/main">
            <a:pPr>
              <a:defRPr sz="1275">
                <a:solidFill>
                  <a:srgbClr val="314158"/>
                </a:solidFill>
              </a:defRPr>
            </a:pPr>
            <a:r>
              <a:rPr sz="1275">
                <a:solidFill>
                  <a:srgbClr val="314158"/>
                </a:solidFill>
              </a:rPr>
              <a:t>• Native chart object</a:t>
            </a:r>
          </a:p>
          <a:p xmlns:a="http://schemas.openxmlformats.org/drawingml/2006/main">
            <a:pPr>
              <a:defRPr sz="1275">
                <a:solidFill>
                  <a:srgbClr val="314158"/>
                </a:solidFill>
              </a:defRPr>
            </a:pPr>
            <a:r>
              <a:rPr sz="1275">
                <a:solidFill>
                  <a:srgbClr val="314158"/>
                </a:solidFill>
              </a:rPr>
              <a:t>• Theme colors</a:t>
            </a:r>
          </a:p>
          <a:p xmlns:a="http://schemas.openxmlformats.org/drawingml/2006/main">
            <a:pPr>
              <a:defRPr sz="1275">
                <a:solidFill>
                  <a:srgbClr val="314158"/>
                </a:solidFill>
              </a:defRPr>
            </a:pPr>
            <a:r>
              <a:rPr sz="1275">
                <a:solidFill>
                  <a:srgbClr val="314158"/>
                </a:solidFill>
              </a:rPr>
              <a:t>• Unicode: 中文 · ✓</a:t>
            </a:r>
          </a:p>
        </p:txBody>
      </p:sp>
    </p:spTree>
    <p:extLst>
      <p:ext uri="{BB962C8B-B14F-4D97-AF65-F5344CB8AC3E}">
        <p14:creationId xmlns:p14="http://schemas.microsoft.com/office/powerpoint/2010/main" val="11447961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2026-08-29T08:14:46.7620000Z</dcterms:created>
  <dcterms:modified xsi:type="dcterms:W3CDTF">2026-08-29T08:14:46.7620000Z</dcterms:modified>
</coreProperties>
</file>