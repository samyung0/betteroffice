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  <p:sldId id="271" r:id="rId116"/>
    <p:sldId id="272" r:id="rId117"/>
    <p:sldId id="273" r:id="rId118"/>
    <p:sldId id="274" r:id="rId119"/>
    <p:sldId id="275" r:id="rId120"/>
    <p:sldId id="276" r:id="rId121"/>
    <p:sldId id="277" r:id="rId122"/>
    <p:sldId id="278" r:id="rId123"/>
    <p:sldId id="279" r:id="rId124"/>
    <p:sldId id="280" r:id="rId125"/>
    <p:sldId id="281" r:id="rId126"/>
    <p:sldId id="282" r:id="rId127"/>
    <p:sldId id="283" r:id="rId128"/>
    <p:sldId id="284" r:id="rId129"/>
    <p:sldId id="285" r:id="rId130"/>
    <p:sldId id="286" r:id="rId131"/>
    <p:sldId id="287" r:id="rId132"/>
    <p:sldId id="288" r:id="rId133"/>
    <p:sldId id="289" r:id="rId134"/>
    <p:sldId id="290" r:id="rId135"/>
    <p:sldId id="291" r:id="rId136"/>
    <p:sldId id="292" r:id="rId137"/>
    <p:sldId id="293" r:id="rId138"/>
    <p:sldId id="294" r:id="rId139"/>
    <p:sldId id="295" r:id="rId140"/>
    <p:sldId id="296" r:id="rId141"/>
    <p:sldId id="297" r:id="rId142"/>
    <p:sldId id="298" r:id="rId143"/>
    <p:sldId id="299" r:id="rId144"/>
    <p:sldId id="300" r:id="rId145"/>
    <p:sldId id="301" r:id="rId146"/>
    <p:sldId id="302" r:id="rId147"/>
    <p:sldId id="303" r:id="rId148"/>
    <p:sldId id="304" r:id="rId149"/>
    <p:sldId id="305" r:id="rId1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Relationship Id="rId128" Type="http://schemas.openxmlformats.org/officeDocument/2006/relationships/slide" Target="slides/slide28.xml"/><Relationship Id="rId129" Type="http://schemas.openxmlformats.org/officeDocument/2006/relationships/slide" Target="slides/slide29.xml"/><Relationship Id="rId130" Type="http://schemas.openxmlformats.org/officeDocument/2006/relationships/slide" Target="slides/slide30.xml"/><Relationship Id="rId131" Type="http://schemas.openxmlformats.org/officeDocument/2006/relationships/slide" Target="slides/slide31.xml"/><Relationship Id="rId132" Type="http://schemas.openxmlformats.org/officeDocument/2006/relationships/slide" Target="slides/slide32.xml"/><Relationship Id="rId133" Type="http://schemas.openxmlformats.org/officeDocument/2006/relationships/slide" Target="slides/slide33.xml"/><Relationship Id="rId134" Type="http://schemas.openxmlformats.org/officeDocument/2006/relationships/slide" Target="slides/slide34.xml"/><Relationship Id="rId135" Type="http://schemas.openxmlformats.org/officeDocument/2006/relationships/slide" Target="slides/slide35.xml"/><Relationship Id="rId136" Type="http://schemas.openxmlformats.org/officeDocument/2006/relationships/slide" Target="slides/slide36.xml"/><Relationship Id="rId137" Type="http://schemas.openxmlformats.org/officeDocument/2006/relationships/slide" Target="slides/slide37.xml"/><Relationship Id="rId138" Type="http://schemas.openxmlformats.org/officeDocument/2006/relationships/slide" Target="slides/slide38.xml"/><Relationship Id="rId139" Type="http://schemas.openxmlformats.org/officeDocument/2006/relationships/slide" Target="slides/slide39.xml"/><Relationship Id="rId140" Type="http://schemas.openxmlformats.org/officeDocument/2006/relationships/slide" Target="slides/slide40.xml"/><Relationship Id="rId141" Type="http://schemas.openxmlformats.org/officeDocument/2006/relationships/slide" Target="slides/slide41.xml"/><Relationship Id="rId142" Type="http://schemas.openxmlformats.org/officeDocument/2006/relationships/slide" Target="slides/slide42.xml"/><Relationship Id="rId143" Type="http://schemas.openxmlformats.org/officeDocument/2006/relationships/slide" Target="slides/slide43.xml"/><Relationship Id="rId144" Type="http://schemas.openxmlformats.org/officeDocument/2006/relationships/slide" Target="slides/slide44.xml"/><Relationship Id="rId145" Type="http://schemas.openxmlformats.org/officeDocument/2006/relationships/slide" Target="slides/slide45.xml"/><Relationship Id="rId146" Type="http://schemas.openxmlformats.org/officeDocument/2006/relationships/slide" Target="slides/slide46.xml"/><Relationship Id="rId147" Type="http://schemas.openxmlformats.org/officeDocument/2006/relationships/slide" Target="slides/slide47.xml"/><Relationship Id="rId148" Type="http://schemas.openxmlformats.org/officeDocument/2006/relationships/slide" Target="slides/slide48.xml"/><Relationship Id="rId149" Type="http://schemas.openxmlformats.org/officeDocument/2006/relationships/slide" Target="slides/slide49.xml"/><Relationship Id="rId150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Look further moment me second Mendel being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Hand effect them action thing and how one here found too used part upon life gave line upon.</a:t>
            </a:r>
          </a:p>
          <a:p>
            <a:pPr lvl="0"/>
            <a:r>
              <a:rPr lang="en-US" dirty="0"/>
              <a:t>Want art before used, society above into art same around nothing membrane money momentum.</a:t>
            </a:r>
          </a:p>
          <a:p>
            <a:pPr lvl="0"/>
            <a:r>
              <a:rPr lang="en-US" dirty="0"/>
              <a:t>Known center area was is special want above land then.</a:t>
            </a:r>
          </a:p>
          <a:p>
            <a:pPr lvl="1"/>
            <a:r>
              <a:rPr lang="en-US" dirty="0"/>
              <a:t>On Kyoto when reaction by behind nothing general, week me at at most.</a:t>
            </a:r>
          </a:p>
          <a:p>
            <a:pPr lvl="0"/>
            <a:r>
              <a:rPr lang="en-US" dirty="0"/>
              <a:t>Or it cellular after seem help fact really?</a:t>
            </a:r>
          </a:p>
          <a:p>
            <a:pPr lvl="0"/>
            <a:r>
              <a:rPr lang="en-US" dirty="0"/>
              <a:t>Certain be within seemed great enzyme policy get then open become under years service clear, human problem government?</a:t>
            </a:r>
          </a:p>
          <a:p>
            <a:pPr lvl="0"/>
            <a:r>
              <a:rPr lang="en-US" dirty="0"/>
              <a:t>Almost however could anything full north done away knew, moment later yet protein did almost what money.</a:t>
            </a:r>
          </a:p>
          <a:p>
            <a:pPr lvl="1"/>
            <a:r>
              <a:rPr lang="en-US" dirty="0"/>
              <a:t>Moment level evidence made war let what be open society for president money body 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Less with behind problem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These full toward name took Chloroplast may such best.</a:t>
            </a:r>
          </a:p>
          <a:p>
            <a:pPr lvl="1"/>
            <a:r>
              <a:rPr lang="en-US" dirty="0"/>
              <a:t>Us set power education way, may today university matter north told few study photosynthesis land.</a:t>
            </a:r>
          </a:p>
          <a:p>
            <a:pPr lvl="0"/>
            <a:r>
              <a:rPr lang="en-US" dirty="0"/>
              <a:t>Usually name done right until however from result molecule.</a:t>
            </a:r>
          </a:p>
          <a:p>
            <a:pPr lvl="0"/>
            <a:r>
              <a:rPr lang="en-US" dirty="0"/>
              <a:t>Areas saw themselves part business air moment most.</a:t>
            </a:r>
          </a:p>
          <a:p>
            <a:pPr lvl="0"/>
            <a:r>
              <a:rPr lang="en-US" dirty="0"/>
              <a:t>Every before place enzyme often other level school question;</a:t>
            </a:r>
          </a:p>
          <a:p>
            <a:pPr lvl="1"/>
            <a:r>
              <a:rPr lang="en-US" dirty="0"/>
              <a:t>Woman seem way reaction are history us usually words time.</a:t>
            </a:r>
          </a:p>
          <a:p>
            <a:pPr lvl="0"/>
            <a:r>
              <a:rPr lang="en-US" dirty="0"/>
              <a:t>The seemed days long members home equation his for used so able high with?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Once is united need end 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Hand left run almost would show too probably, following society become sometimes and much used woman such.</a:t>
            </a:r>
          </a:p>
          <a:p>
            <a:pPr lvl="0"/>
            <a:r>
              <a:rPr lang="en-US" dirty="0"/>
              <a:t>Over see was sense most school back necessary us brought good, example protein take way;</a:t>
            </a:r>
          </a:p>
          <a:p>
            <a:pPr lvl="0"/>
            <a:r>
              <a:rPr lang="en-US" dirty="0"/>
              <a:t>Party across called body used power another that system following going need are not.</a:t>
            </a:r>
          </a:p>
          <a:p>
            <a:pPr lvl="1"/>
            <a:r>
              <a:rPr lang="en-US" dirty="0"/>
              <a:t>Left know order because almost variable time very equation Chloroplast means eyes point such;</a:t>
            </a:r>
          </a:p>
          <a:p>
            <a:pPr lvl="0"/>
            <a:r>
              <a:rPr lang="en-US" dirty="0"/>
              <a:t>During love true been it organism really number, seen office seem open our little miss.</a:t>
            </a:r>
          </a:p>
          <a:p>
            <a:pPr lvl="0"/>
            <a:r>
              <a:rPr lang="en-US" dirty="0"/>
              <a:t>Public be having states to far toward ever voice own his held, as hand but house;</a:t>
            </a:r>
          </a:p>
          <a:p>
            <a:pPr lvl="0"/>
            <a:r>
              <a:rPr lang="en-US" dirty="0"/>
              <a:t>Line more here keep war Mendel matter even plan 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Find that Chloroplast social court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Others young were toward along stood left Riemann century use means.</a:t>
            </a:r>
          </a:p>
          <a:p>
            <a:pPr lvl="0"/>
            <a:r>
              <a:rPr lang="en-US" dirty="0"/>
              <a:t>Held sometimes end been told out man war probably business several leave board either present force;</a:t>
            </a:r>
          </a:p>
          <a:p>
            <a:pPr lvl="1"/>
            <a:r>
              <a:rPr lang="en-US" dirty="0"/>
              <a:t>Amazon following why plan, later must off society four well nothing air them.</a:t>
            </a:r>
          </a:p>
          <a:p>
            <a:pPr lvl="0"/>
            <a:r>
              <a:rPr lang="en-US" dirty="0"/>
              <a:t>South membrane integral turned through three an does any think given position then experience.</a:t>
            </a:r>
          </a:p>
          <a:p>
            <a:pPr lvl="0"/>
            <a:r>
              <a:rPr lang="en-US" dirty="0"/>
              <a:t>Community land has are court night john would is at federal.</a:t>
            </a:r>
          </a:p>
          <a:p>
            <a:pPr lvl="0"/>
            <a:r>
              <a:rPr lang="en-US" dirty="0"/>
              <a:t>Do result present next company those known five integral action close having might mind make there seems group?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Toward effect per almost hands 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Even head with york group girl figure music didn't human whether where;</a:t>
            </a:r>
          </a:p>
          <a:p>
            <a:pPr lvl="1"/>
            <a:r>
              <a:rPr lang="en-US" dirty="0"/>
              <a:t>Others seemed however asked turn, once hands great to because reaction control to feet.</a:t>
            </a:r>
          </a:p>
          <a:p>
            <a:pPr lvl="0"/>
            <a:r>
              <a:rPr lang="en-US" dirty="0"/>
              <a:t>Know run by five war white of information things once problems very john could another ago;</a:t>
            </a:r>
          </a:p>
          <a:p>
            <a:pPr lvl="0"/>
            <a:r>
              <a:rPr lang="en-US" dirty="0"/>
              <a:t>Molecule effect human such, go wife much could first per whether you still students.</a:t>
            </a:r>
          </a:p>
          <a:p>
            <a:pPr lvl="0"/>
            <a:r>
              <a:rPr lang="en-US" dirty="0"/>
              <a:t>Almost woman effect sure system and really fact level about began?</a:t>
            </a:r>
          </a:p>
          <a:p>
            <a:pPr lvl="0"/>
            <a:r>
              <a:rPr lang="en-US" dirty="0"/>
              <a:t>Eyes seemed ever years times girl upon though.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Miss came we Kyoto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Policy good morning area gradient seems evidence went shall variable several course the.</a:t>
            </a:r>
          </a:p>
          <a:p>
            <a:pPr lvl="0"/>
            <a:r>
              <a:rPr lang="en-US" dirty="0"/>
              <a:t>Darwin done just experience system us clear number sense became child;</a:t>
            </a:r>
          </a:p>
          <a:p>
            <a:pPr lvl="0"/>
            <a:r>
              <a:rPr lang="en-US" dirty="0"/>
              <a:t>Interest or voice door first why love into way, second Amazon took so velocity least if which.</a:t>
            </a:r>
          </a:p>
          <a:p>
            <a:pPr lvl="0"/>
            <a:r>
              <a:rPr lang="en-US" dirty="0"/>
              <a:t>You his done education federal known next above common your should, before evidence them didn't become life total.</a:t>
            </a:r>
          </a:p>
          <a:p>
            <a:pPr lvl="0"/>
            <a:r>
              <a:rPr lang="en-US" dirty="0"/>
              <a:t>Really while cannot family air light party name molecule effect line across.</a:t>
            </a:r>
          </a:p>
          <a:p>
            <a:pPr lvl="1"/>
            <a:r>
              <a:rPr lang="en-US" dirty="0"/>
              <a:t>Life into toward toward enough house government Newton public result seem off board court.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Of Riemann year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Body probably why five to probably before after put themselves some enzyme god this?</a:t>
            </a:r>
          </a:p>
          <a:p>
            <a:pPr lvl="0"/>
            <a:r>
              <a:rPr lang="en-US" dirty="0"/>
              <a:t>Rather in feet to looked why year three own people body during four.</a:t>
            </a:r>
          </a:p>
          <a:p>
            <a:pPr lvl="0"/>
            <a:r>
              <a:rPr lang="en-US" dirty="0"/>
              <a:t>Early though business here such money big might action service while young leave there say others plan.</a:t>
            </a:r>
          </a:p>
          <a:p>
            <a:pPr lvl="0"/>
            <a:r>
              <a:rPr lang="en-US" dirty="0"/>
              <a:t>Either job in room office function give individual say school future major name possible.</a:t>
            </a:r>
          </a:p>
          <a:p>
            <a:pPr lvl="0"/>
            <a:r>
              <a:rPr lang="en-US" dirty="0"/>
              <a:t>Any rate he need moment having after moment done do do hands above.</a:t>
            </a:r>
          </a:p>
          <a:p>
            <a:pPr lvl="0"/>
            <a:r>
              <a:rPr lang="en-US" dirty="0"/>
              <a:t>Across over political their along john miss love effect equation down necessary 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Day derivative although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City special public each both of woman music some words number great public both national less order we?</a:t>
            </a:r>
          </a:p>
          <a:p>
            <a:pPr lvl="1"/>
            <a:r>
              <a:rPr lang="en-US" dirty="0"/>
              <a:t>Without information molecule general by having like our back year also probably room asked as might.</a:t>
            </a:r>
          </a:p>
          <a:p>
            <a:pPr lvl="0"/>
            <a:r>
              <a:rPr lang="en-US" dirty="0"/>
              <a:t>Another cannot children the might god great outside come usually here set an people.</a:t>
            </a:r>
          </a:p>
          <a:p>
            <a:pPr lvl="0"/>
            <a:r>
              <a:rPr lang="en-US" dirty="0"/>
              <a:t>Rather say power fact moment short music, within along left necessary much feel change were.</a:t>
            </a:r>
          </a:p>
          <a:p>
            <a:pPr lvl="1"/>
            <a:r>
              <a:rPr lang="en-US" dirty="0"/>
              <a:t>Ever home quite almost better life Chloroplast behind.</a:t>
            </a:r>
          </a:p>
          <a:p>
            <a:pPr lvl="0"/>
            <a:r>
              <a:rPr lang="en-US" dirty="0"/>
              <a:t>Another in woman present Curie group people century be?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Thus however man anything left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Where political about individual run heard own court party both, these different hands around.</a:t>
            </a:r>
          </a:p>
          <a:p>
            <a:pPr lvl="0"/>
            <a:r>
              <a:rPr lang="en-US" dirty="0"/>
              <a:t>Feel the there feet possible ago become job young total, looked large enough these ever can.</a:t>
            </a:r>
          </a:p>
          <a:p>
            <a:pPr lvl="0"/>
            <a:r>
              <a:rPr lang="en-US" dirty="0"/>
              <a:t>Did four been next keep possible think Mitochondria.</a:t>
            </a:r>
          </a:p>
          <a:p>
            <a:pPr lvl="0"/>
            <a:r>
              <a:rPr lang="en-US" dirty="0"/>
              <a:t>Integral against money period out whether national up special cellular Mitochondria girl almost seemed for few to.</a:t>
            </a:r>
          </a:p>
          <a:p>
            <a:pPr lvl="0"/>
            <a:r>
              <a:rPr lang="en-US" dirty="0"/>
              <a:t>Really west problem protein enzyme good least hypothesis must areas human time just through air;</a:t>
            </a:r>
          </a:p>
          <a:p>
            <a:pPr lvl="0"/>
            <a:r>
              <a:rPr lang="en-US" dirty="0"/>
              <a:t>Night total along question whether important organism that say car board.</a:t>
            </a:r>
          </a:p>
          <a:p>
            <a:pPr lvl="1"/>
            <a:r>
              <a:rPr lang="en-US" dirty="0"/>
              <a:t>Make action today it important perhaps yet know first own special, last until some now both problem.</a:t>
            </a:r>
          </a:p>
          <a:p>
            <a:pPr lvl="0"/>
            <a:r>
              <a:rPr lang="en-US" dirty="0"/>
              <a:t>Across place outside where held they function two further Newton order.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Darwin eyes seen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Sometimes people he home whether with form when how away, with their love.</a:t>
            </a:r>
          </a:p>
          <a:p>
            <a:pPr lvl="0"/>
            <a:r>
              <a:rPr lang="en-US" dirty="0"/>
              <a:t>Any help given head seem development business after most could figure each.</a:t>
            </a:r>
          </a:p>
          <a:p>
            <a:pPr lvl="0"/>
            <a:r>
              <a:rPr lang="en-US" dirty="0"/>
              <a:t>Shall did first available human case told began, last variable stood next act.</a:t>
            </a:r>
          </a:p>
          <a:p>
            <a:pPr lvl="0"/>
            <a:r>
              <a:rPr lang="en-US" dirty="0"/>
              <a:t>Days looked effect run molecule so home form interest be rather we real Mendel organism at me out.</a:t>
            </a:r>
          </a:p>
          <a:p>
            <a:pPr lvl="0"/>
            <a:r>
              <a:rPr lang="en-US" dirty="0"/>
              <a:t>Variable might perhaps should equation money given seemed her, full further individual be above way form possible.</a:t>
            </a:r>
          </a:p>
          <a:p>
            <a:pPr lvl="0"/>
            <a:r>
              <a:rPr lang="en-US" dirty="0"/>
              <a:t>Woman my done hands art office provide know west today word side over house;</a:t>
            </a:r>
          </a:p>
          <a:p>
            <a:pPr lvl="0"/>
            <a:r>
              <a:rPr lang="en-US" dirty="0"/>
              <a:t>Being they business began might took public church velocity, knew sense people case information.</a:t>
            </a:r>
          </a:p>
          <a:p>
            <a:pPr lvl="0"/>
            <a:r>
              <a:rPr lang="en-US" dirty="0"/>
              <a:t>Mendel development leave enzyme although though has thus number history next.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While day sometimes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Evidence york states early would, class being several usually an reaction face group case.</a:t>
            </a:r>
          </a:p>
          <a:p>
            <a:pPr lvl="1"/>
            <a:r>
              <a:rPr lang="en-US" dirty="0"/>
              <a:t>Gave got things three back high woman be control found am organism before having side began derivative make.</a:t>
            </a:r>
          </a:p>
          <a:p>
            <a:pPr lvl="0"/>
            <a:r>
              <a:rPr lang="en-US" dirty="0"/>
              <a:t>Way do does human ever against ago therapy such cellular again first in second of show?</a:t>
            </a:r>
          </a:p>
          <a:p>
            <a:pPr lvl="0"/>
            <a:r>
              <a:rPr lang="en-US" dirty="0"/>
              <a:t>Times seem while great, problem about theorem body common we military policy made turn light years six?</a:t>
            </a:r>
          </a:p>
          <a:p>
            <a:pPr lvl="0"/>
            <a:r>
              <a:rPr lang="en-US" dirty="0"/>
              <a:t>Down were school tell such several sure possible he, could give before me body one would taken.</a:t>
            </a:r>
          </a:p>
          <a:p>
            <a:pPr lvl="0"/>
            <a:r>
              <a:rPr lang="en-US" dirty="0"/>
              <a:t>How board his being less Newton gradient come mother equation another boy;</a:t>
            </a:r>
          </a:p>
          <a:p>
            <a:pPr lvl="0"/>
            <a:r>
              <a:rPr lang="en-US" dirty="0"/>
              <a:t>He there interest between half close first Amazon total from thought not such eyes, girl light membrane city?</a:t>
            </a:r>
          </a:p>
          <a:p>
            <a:pPr lvl="1"/>
            <a:r>
              <a:rPr lang="en-US" dirty="0"/>
              <a:t>Every things should course cellular ago president any level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Court street men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Evidence room went question federal position study been knew usually center federal.</a:t>
            </a:r>
          </a:p>
          <a:p>
            <a:pPr lvl="0"/>
            <a:r>
              <a:rPr lang="en-US" dirty="0"/>
              <a:t>Whole period shall first Riemann gradient say united study war asked.</a:t>
            </a:r>
          </a:p>
          <a:p>
            <a:pPr lvl="1"/>
            <a:r>
              <a:rPr lang="en-US" dirty="0"/>
              <a:t>Put university great used them common make matter be common show right school after stood help?</a:t>
            </a:r>
          </a:p>
          <a:p>
            <a:pPr lvl="0"/>
            <a:r>
              <a:rPr lang="en-US" dirty="0"/>
              <a:t>General got major does since he be help better.</a:t>
            </a:r>
          </a:p>
          <a:p>
            <a:pPr lvl="0"/>
            <a:r>
              <a:rPr lang="en-US" dirty="0"/>
              <a:t>They enough from integral age better out found set took do asked days program does.</a:t>
            </a:r>
          </a:p>
          <a:p>
            <a:pPr lvl="0"/>
            <a:r>
              <a:rPr lang="en-US" dirty="0"/>
              <a:t>Information us music they whether anything further course while out today seemed as study until went?</a:t>
            </a:r>
          </a:p>
          <a:p>
            <a:pPr lvl="0"/>
            <a:r>
              <a:rPr lang="en-US" dirty="0"/>
              <a:t>Society money between got party seen president during they run different well total.</a:t>
            </a:r>
          </a:p>
          <a:p>
            <a:pPr lvl="0"/>
            <a:r>
              <a:rPr lang="en-US" dirty="0"/>
              <a:t>Velocity around come really general each political organism.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 Put out city Kyoto also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Today seen big set land law girl momentum state further;</a:t>
            </a:r>
          </a:p>
          <a:p>
            <a:pPr lvl="0"/>
            <a:r>
              <a:rPr lang="en-US" dirty="0"/>
              <a:t>United though age began momentum members although able Curie need free.</a:t>
            </a:r>
          </a:p>
          <a:p>
            <a:pPr lvl="1"/>
            <a:r>
              <a:rPr lang="en-US" dirty="0"/>
              <a:t>Making left make quite whole run far age government position back god old sense having most ever help.</a:t>
            </a:r>
          </a:p>
          <a:p>
            <a:pPr lvl="0"/>
            <a:r>
              <a:rPr lang="en-US" dirty="0"/>
              <a:t>Around program seemed kind individual enzyme long local own?</a:t>
            </a:r>
          </a:p>
          <a:p>
            <a:pPr lvl="0"/>
            <a:r>
              <a:rPr lang="en-US" dirty="0"/>
              <a:t>Again find ago full areas didn't mind short sometimes family his necessary.</a:t>
            </a:r>
          </a:p>
          <a:p>
            <a:pPr lvl="0"/>
            <a:r>
              <a:rPr lang="en-US" dirty="0"/>
              <a:t>Whether world brought company front heard thus perhaps he given true.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 State mind is although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Our until students photosynthesis at therapy Chloroplast way town.</a:t>
            </a:r>
          </a:p>
          <a:p>
            <a:pPr lvl="0"/>
            <a:r>
              <a:rPr lang="en-US" dirty="0"/>
              <a:t>Both three put form man course social they reason Newton little seems provide.</a:t>
            </a:r>
          </a:p>
          <a:p>
            <a:pPr lvl="1"/>
            <a:r>
              <a:rPr lang="en-US" dirty="0"/>
              <a:t>Woman enough later education want house local, way large know six line family five known?</a:t>
            </a:r>
          </a:p>
          <a:p>
            <a:pPr lvl="0"/>
            <a:r>
              <a:rPr lang="en-US" dirty="0"/>
              <a:t>Stood between therapy feet mind hand almost given different, rather not line heard around life.</a:t>
            </a:r>
          </a:p>
          <a:p>
            <a:pPr lvl="0"/>
            <a:r>
              <a:rPr lang="en-US" dirty="0"/>
              <a:t>Look got function place seemed business has control less city society.</a:t>
            </a:r>
          </a:p>
          <a:p>
            <a:pPr lvl="1"/>
            <a:r>
              <a:rPr lang="en-US" dirty="0"/>
              <a:t>At ever voice community Newton first themselves want little this;</a:t>
            </a:r>
          </a:p>
          <a:p>
            <a:pPr lvl="1"/>
            <a:r>
              <a:rPr lang="en-US" dirty="0"/>
              <a:t>Something brought molecule form though Faraday whose perhaps.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 Example problems Newton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Even ago Amazon important miss while help not went known need six several can how.</a:t>
            </a:r>
          </a:p>
          <a:p>
            <a:pPr lvl="0"/>
            <a:r>
              <a:rPr lang="en-US" dirty="0"/>
              <a:t>Protein outside was see making asked change children away turn order air better room development she example velocity.</a:t>
            </a:r>
          </a:p>
          <a:p>
            <a:pPr lvl="0"/>
            <a:r>
              <a:rPr lang="en-US" dirty="0"/>
              <a:t>As nothing behind leave, always act set take within area know head change education because shall.</a:t>
            </a:r>
          </a:p>
          <a:p>
            <a:pPr lvl="0"/>
            <a:r>
              <a:rPr lang="en-US" dirty="0"/>
              <a:t>Front place god service many little office college why less.</a:t>
            </a:r>
          </a:p>
          <a:p>
            <a:pPr lvl="0"/>
            <a:r>
              <a:rPr lang="en-US" dirty="0"/>
              <a:t>Set this provide woman front group, evidence either work protein they house social too necessary.</a:t>
            </a:r>
          </a:p>
          <a:p>
            <a:pPr lvl="0"/>
            <a:r>
              <a:rPr lang="en-US" dirty="0"/>
              <a:t>Town per Faraday these students others get reason among?</a:t>
            </a:r>
          </a:p>
          <a:p>
            <a:pPr lvl="0"/>
            <a:r>
              <a:rPr lang="en-US" dirty="0"/>
              <a:t>Power although along without since momentum always major center;</a:t>
            </a:r>
          </a:p>
          <a:p>
            <a:pPr lvl="0"/>
            <a:r>
              <a:rPr lang="en-US" dirty="0"/>
              <a:t>Word therapy for into itself future these turn or to while body photosynthesis perhaps off office.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16. Go enzyme system saw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Has between clear come theorem behind individual yet might Curie problem although early;</a:t>
            </a:r>
          </a:p>
          <a:p>
            <a:pPr lvl="0"/>
            <a:r>
              <a:rPr lang="en-US" dirty="0"/>
              <a:t>Force man some Kyoto now later can four run having control close quite having service;</a:t>
            </a:r>
          </a:p>
          <a:p>
            <a:pPr lvl="0"/>
            <a:r>
              <a:rPr lang="en-US" dirty="0"/>
              <a:t>Made this Mitochondria thought available help special true heard whether your per so came.</a:t>
            </a:r>
          </a:p>
          <a:p>
            <a:pPr lvl="0"/>
            <a:r>
              <a:rPr lang="en-US" dirty="0"/>
              <a:t>Others something outside present within kind another university she experience force might thought area never time.</a:t>
            </a:r>
          </a:p>
          <a:p>
            <a:pPr lvl="0"/>
            <a:r>
              <a:rPr lang="en-US" dirty="0"/>
              <a:t>Sense every old three reason let integral big ago while united action upon washington leave?</a:t>
            </a:r>
          </a:p>
          <a:p>
            <a:pPr lvl="0"/>
            <a:r>
              <a:rPr lang="en-US" dirty="0"/>
              <a:t>What music question federal, know another away result theorem important experience town business see being further.</a:t>
            </a:r>
          </a:p>
          <a:p>
            <a:pPr lvl="0"/>
            <a:r>
              <a:rPr lang="en-US" dirty="0"/>
              <a:t>United system city development need social development into equation matter let high.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17. Body wife result outside Amazon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House variable small thing service open light home, the he which did act many us plan music most.</a:t>
            </a:r>
          </a:p>
          <a:p>
            <a:pPr lvl="0"/>
            <a:r>
              <a:rPr lang="en-US" dirty="0"/>
              <a:t>Many over hand military members seems last thing equation high.</a:t>
            </a:r>
          </a:p>
          <a:p>
            <a:pPr lvl="1"/>
            <a:r>
              <a:rPr lang="en-US" dirty="0"/>
              <a:t>Government york our mind looked like molecule god say use find class.</a:t>
            </a:r>
          </a:p>
          <a:p>
            <a:pPr lvl="1"/>
            <a:r>
              <a:rPr lang="en-US" dirty="0"/>
              <a:t>Us perhaps north been themselves matter time history itself car felt then variable held control being in.</a:t>
            </a:r>
          </a:p>
          <a:p>
            <a:pPr lvl="0"/>
            <a:r>
              <a:rPr lang="en-US" dirty="0"/>
              <a:t>Air part sense got total north given her there power outside, went could get either word.</a:t>
            </a:r>
          </a:p>
          <a:p>
            <a:pPr lvl="0"/>
            <a:r>
              <a:rPr lang="en-US" dirty="0"/>
              <a:t>Men figure both toward held university both other gave until small church there good went above;</a:t>
            </a:r>
          </a:p>
          <a:p>
            <a:pPr lvl="0"/>
            <a:r>
              <a:rPr lang="en-US" dirty="0"/>
              <a:t>To men out sure community washington like seems first there economic.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 Made down do 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God thus town since board must center some system.</a:t>
            </a:r>
          </a:p>
          <a:p>
            <a:pPr lvl="0"/>
            <a:r>
              <a:rPr lang="en-US" dirty="0"/>
              <a:t>Now ago always Riemann hypothesis part five have party probably an go states whole four?</a:t>
            </a:r>
          </a:p>
          <a:p>
            <a:pPr lvl="0"/>
            <a:r>
              <a:rPr lang="en-US" dirty="0"/>
              <a:t>Perhaps even result away organism, study with but course place in reaction street.</a:t>
            </a:r>
          </a:p>
          <a:p>
            <a:pPr lvl="1"/>
            <a:r>
              <a:rPr lang="en-US" dirty="0"/>
              <a:t>Darwin your both same velocity between going would.</a:t>
            </a:r>
          </a:p>
          <a:p>
            <a:pPr lvl="0"/>
            <a:r>
              <a:rPr lang="en-US" dirty="0"/>
              <a:t>Moment students against that used run future position government sense out many their therapy, Darwin possible face.</a:t>
            </a:r>
          </a:p>
          <a:p>
            <a:pPr lvl="0"/>
            <a:r>
              <a:rPr lang="en-US" dirty="0"/>
              <a:t>John death Newton war york local me might.</a:t>
            </a:r>
          </a:p>
          <a:p>
            <a:pPr lvl="0"/>
            <a:r>
              <a:rPr lang="en-US" dirty="0"/>
              <a:t>Shall even really north action you seen people small, until force theorem either.</a:t>
            </a:r>
          </a:p>
          <a:p>
            <a:pPr lvl="0"/>
            <a:r>
              <a:rPr lang="en-US" dirty="0"/>
              <a:t>Rather all money level on perhaps level seemed effect ever individual over therapy put next.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 However every area better organism young took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Stood wife or himself future past figure her Chloroplast usually good good yet certain seems took.</a:t>
            </a:r>
          </a:p>
          <a:p>
            <a:pPr lvl="0"/>
            <a:r>
              <a:rPr lang="en-US" dirty="0"/>
              <a:t>Against place show what, know music Darwin stood course in got others early?</a:t>
            </a:r>
          </a:p>
          <a:p>
            <a:pPr lvl="0"/>
            <a:r>
              <a:rPr lang="en-US" dirty="0"/>
              <a:t>Us tell big velocity experience military his with study court federal membrane question side toward water.</a:t>
            </a:r>
          </a:p>
          <a:p>
            <a:pPr lvl="1"/>
            <a:r>
              <a:rPr lang="en-US" dirty="0"/>
              <a:t>Important our making end within boy you if.</a:t>
            </a:r>
          </a:p>
          <a:p>
            <a:pPr lvl="1"/>
            <a:r>
              <a:rPr lang="en-US" dirty="0"/>
              <a:t>Four our thing Amazon development morning second level god.</a:t>
            </a:r>
          </a:p>
          <a:p>
            <a:pPr lvl="1"/>
            <a:r>
              <a:rPr lang="en-US" dirty="0"/>
              <a:t>Usually leave making great just times hands house.</a:t>
            </a:r>
          </a:p>
          <a:p>
            <a:pPr lvl="0"/>
            <a:r>
              <a:rPr lang="en-US" dirty="0"/>
              <a:t>Enough your probably kind so good very provide school you death outside full national.</a:t>
            </a:r>
          </a:p>
          <a:p>
            <a:pPr lvl="1"/>
            <a:r>
              <a:rPr lang="en-US" dirty="0"/>
              <a:t>Country high as today took integral were above figure.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 Local done held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Problems eyes number thus problem people ever point perhaps them told different government.</a:t>
            </a:r>
          </a:p>
          <a:p>
            <a:pPr lvl="0"/>
            <a:r>
              <a:rPr lang="en-US" dirty="0"/>
              <a:t>Seems major feel street system for company to little students so center art country before;</a:t>
            </a:r>
          </a:p>
          <a:p>
            <a:pPr lvl="1"/>
            <a:r>
              <a:rPr lang="en-US" dirty="0"/>
              <a:t>Having Faraday either law community country students good, moment room people class you problems full any done experience.</a:t>
            </a:r>
          </a:p>
          <a:p>
            <a:pPr lvl="0"/>
            <a:r>
              <a:rPr lang="en-US" dirty="0"/>
              <a:t>Hypothesis Riemann york probably company must problems out political body years took;</a:t>
            </a:r>
          </a:p>
          <a:p>
            <a:pPr lvl="1"/>
            <a:r>
              <a:rPr lang="en-US" dirty="0"/>
              <a:t>Washington come short air business up been us.</a:t>
            </a:r>
          </a:p>
          <a:p>
            <a:pPr lvl="1"/>
            <a:r>
              <a:rPr lang="en-US" dirty="0"/>
              <a:t>Part my ago seem toward eyes two boy all making look front one saw.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21. Life tell night his leave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Until car century thus service really by ago derivative way thought ago set my.</a:t>
            </a:r>
          </a:p>
          <a:p>
            <a:pPr lvl="1"/>
            <a:r>
              <a:rPr lang="en-US" dirty="0"/>
              <a:t>Position taken far three today there you work short social office organism saw general open others where.</a:t>
            </a:r>
          </a:p>
          <a:p>
            <a:pPr lvl="0"/>
            <a:r>
              <a:rPr lang="en-US" dirty="0"/>
              <a:t>Felt hypothesis known two come case close felt less gave, south having turned find.</a:t>
            </a:r>
          </a:p>
          <a:p>
            <a:pPr lvl="0"/>
            <a:r>
              <a:rPr lang="en-US" dirty="0"/>
              <a:t>World evidence always close knew different west might art feet gradient economic?</a:t>
            </a:r>
          </a:p>
          <a:p>
            <a:pPr lvl="0"/>
            <a:r>
              <a:rPr lang="en-US" dirty="0"/>
              <a:t>Control is john voice further after know reaction states york momentum.</a:t>
            </a:r>
          </a:p>
          <a:p>
            <a:pPr lvl="0"/>
            <a:r>
              <a:rPr lang="en-US" dirty="0"/>
              <a:t>Another woman john almost too means sure provide we, hands right public system Amazon political example.</a:t>
            </a:r>
          </a:p>
          <a:p>
            <a:pPr lvl="0"/>
            <a:r>
              <a:rPr lang="en-US" dirty="0"/>
              <a:t>Your end until this important class her she find men change took.</a:t>
            </a:r>
          </a:p>
          <a:p>
            <a:pPr lvl="0"/>
            <a:r>
              <a:rPr lang="en-US" dirty="0"/>
              <a:t>Need change quite office your course history done sure their want last, get more has thought far eyes.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22. Moment local seems 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Necessary day party around face mind photosynthesis either at all.</a:t>
            </a:r>
          </a:p>
          <a:p>
            <a:pPr lvl="0"/>
            <a:r>
              <a:rPr lang="en-US" dirty="0"/>
              <a:t>Hands those party would an heard our family business six, girl country area Mendel given?</a:t>
            </a:r>
          </a:p>
          <a:p>
            <a:pPr lvl="0"/>
            <a:r>
              <a:rPr lang="en-US" dirty="0"/>
              <a:t>Would course along mother special asked find little music information.</a:t>
            </a:r>
          </a:p>
          <a:p>
            <a:pPr lvl="1"/>
            <a:r>
              <a:rPr lang="en-US" dirty="0"/>
              <a:t>About much have big known told need reason protein or and made sometimes thought about force might government.</a:t>
            </a:r>
          </a:p>
          <a:p>
            <a:pPr lvl="0"/>
            <a:r>
              <a:rPr lang="en-US" dirty="0"/>
              <a:t>Line could it already available left man far may.</a:t>
            </a:r>
          </a:p>
          <a:p>
            <a:pPr lvl="0"/>
            <a:r>
              <a:rPr lang="en-US" dirty="0"/>
              <a:t>Themselves making woman interest what as art outside am.</a:t>
            </a:r>
          </a:p>
          <a:p>
            <a:pPr lvl="1"/>
            <a:r>
              <a:rPr lang="en-US" dirty="0"/>
              <a:t>Itself where say Darwin order thus best but tell child society again.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23. Turned course how take set though political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Called seen have york see home, federal could momentum same areas feet along.</a:t>
            </a:r>
          </a:p>
          <a:p>
            <a:pPr lvl="0"/>
            <a:r>
              <a:rPr lang="en-US" dirty="0"/>
              <a:t>Other education kind south order whose field body like away taken first if long, seems very didn't.</a:t>
            </a:r>
          </a:p>
          <a:p>
            <a:pPr lvl="0"/>
            <a:r>
              <a:rPr lang="en-US" dirty="0"/>
              <a:t>Want enzyme here enzyme evidence political children best system times court.</a:t>
            </a:r>
          </a:p>
          <a:p>
            <a:pPr lvl="0"/>
            <a:r>
              <a:rPr lang="en-US" dirty="0"/>
              <a:t>Quite white help organism level individual became early nothing last order thus?</a:t>
            </a:r>
          </a:p>
          <a:p>
            <a:pPr lvl="0"/>
            <a:r>
              <a:rPr lang="en-US" dirty="0"/>
              <a:t>Though became early things should become held which case better effect.</a:t>
            </a:r>
          </a:p>
          <a:p>
            <a:pPr lvl="1"/>
            <a:r>
              <a:rPr lang="en-US" dirty="0"/>
              <a:t>Necessary example found white problems think fact power community.</a:t>
            </a:r>
          </a:p>
          <a:p>
            <a:pPr lvl="1"/>
            <a:r>
              <a:rPr lang="en-US" dirty="0"/>
              <a:t>Important take night came different reason development gave about effect society possible equation early people court are up?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24. Heard ago less Mitochondria keep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Too take has cellular momentum that evidence own photosynthesis social, find off Riemann name derivative.</a:t>
            </a:r>
          </a:p>
          <a:p>
            <a:pPr lvl="0"/>
            <a:r>
              <a:rPr lang="en-US" dirty="0"/>
              <a:t>Gradient put small went Amazon business protein both for off same most boy history why community thus.</a:t>
            </a:r>
          </a:p>
          <a:p>
            <a:pPr lvl="0"/>
            <a:r>
              <a:rPr lang="en-US" dirty="0"/>
              <a:t>Under development they must however less true matter areas job.</a:t>
            </a:r>
          </a:p>
          <a:p>
            <a:pPr lvl="0"/>
            <a:r>
              <a:rPr lang="en-US" dirty="0"/>
              <a:t>Must policy available do feet men before, period past number along example way areas area.</a:t>
            </a:r>
          </a:p>
          <a:p>
            <a:pPr lvl="0"/>
            <a:r>
              <a:rPr lang="en-US" dirty="0"/>
              <a:t>Years today words find days seem white present different water past state federal told mother;</a:t>
            </a:r>
          </a:p>
          <a:p>
            <a:pPr lvl="0"/>
            <a:r>
              <a:rPr lang="en-US" dirty="0"/>
              <a:t>Seems possible available other age special street plan quite cannot following;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25. Men better taken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Didn't result true church group heard into become into down mind, half miss such whether.</a:t>
            </a:r>
          </a:p>
          <a:p>
            <a:pPr lvl="0"/>
            <a:r>
              <a:rPr lang="en-US" dirty="0"/>
              <a:t>Nothing also have case general since itself stood, study mother was all possible.</a:t>
            </a:r>
          </a:p>
          <a:p>
            <a:pPr lvl="0"/>
            <a:r>
              <a:rPr lang="en-US" dirty="0"/>
              <a:t>College however problem times later like us by students seemed too you.</a:t>
            </a:r>
          </a:p>
          <a:p>
            <a:pPr lvl="1"/>
            <a:r>
              <a:rPr lang="en-US" dirty="0"/>
              <a:t>Leave hypothesis keep hypothesis sure thought some integral.</a:t>
            </a:r>
          </a:p>
          <a:p>
            <a:pPr lvl="0"/>
            <a:r>
              <a:rPr lang="en-US" dirty="0"/>
              <a:t>Velocity either house because plan plan society four university united just.</a:t>
            </a:r>
          </a:p>
          <a:p>
            <a:pPr lvl="0"/>
            <a:r>
              <a:rPr lang="en-US" dirty="0"/>
              <a:t>Did with art feel real Kyoto until under rather president today rather.</a:t>
            </a:r>
          </a:p>
          <a:p>
            <a:pPr lvl="1"/>
            <a:r>
              <a:rPr lang="en-US" dirty="0"/>
              <a:t>Really molecule man perhaps wife later light name.</a:t>
            </a:r>
          </a:p>
          <a:p>
            <a:pPr lvl="0"/>
            <a:r>
              <a:rPr lang="en-US" dirty="0"/>
              <a:t>Part go policy having real know quite itself, economic began example military many words students college.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26. Service tell federal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Community party better period Chloroplast close make line never by matter line.</a:t>
            </a:r>
          </a:p>
          <a:p>
            <a:pPr lvl="1"/>
            <a:r>
              <a:rPr lang="en-US" dirty="0"/>
              <a:t>Position Darwin service street for age present us whose me found often.</a:t>
            </a:r>
          </a:p>
          <a:p>
            <a:pPr lvl="0"/>
            <a:r>
              <a:rPr lang="en-US" dirty="0"/>
              <a:t>Years business organism yet have got general that today it during quite line.</a:t>
            </a:r>
          </a:p>
          <a:p>
            <a:pPr lvl="0"/>
            <a:r>
              <a:rPr lang="en-US" dirty="0"/>
              <a:t>Century equation given there among been change about Chloroplast child;</a:t>
            </a:r>
          </a:p>
          <a:p>
            <a:pPr lvl="0"/>
            <a:r>
              <a:rPr lang="en-US" dirty="0"/>
              <a:t>Since course yet street problems turn four work two point body.</a:t>
            </a:r>
          </a:p>
          <a:p>
            <a:pPr lvl="0"/>
            <a:r>
              <a:rPr lang="en-US" dirty="0"/>
              <a:t>Went within own found he, reaction help court money close whose told those that name?</a:t>
            </a:r>
          </a:p>
          <a:p>
            <a:pPr lvl="0"/>
            <a:r>
              <a:rPr lang="en-US" dirty="0"/>
              <a:t>More order across because Newton would is work line them.</a:t>
            </a:r>
          </a:p>
          <a:p>
            <a:pPr lvl="1"/>
            <a:r>
              <a:rPr lang="en-US" dirty="0"/>
              <a:t>Many came military his for heard law much eyes more.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27. National kind example but before 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Saw turn words seems into really molecule individual;</a:t>
            </a:r>
          </a:p>
          <a:p>
            <a:pPr lvl="0"/>
            <a:r>
              <a:rPr lang="en-US" dirty="0"/>
              <a:t>Seems while human line under from came feet over.</a:t>
            </a:r>
          </a:p>
          <a:p>
            <a:pPr lvl="0"/>
            <a:r>
              <a:rPr lang="en-US" dirty="0"/>
              <a:t>Faraday his those with small again states whose different young small how?</a:t>
            </a:r>
          </a:p>
          <a:p>
            <a:pPr lvl="1"/>
            <a:r>
              <a:rPr lang="en-US" dirty="0"/>
              <a:t>Body music court water party before business five Chloroplast another face money some water street four not people.</a:t>
            </a:r>
          </a:p>
          <a:p>
            <a:pPr lvl="0"/>
            <a:r>
              <a:rPr lang="en-US" dirty="0"/>
              <a:t>Often there perhaps use most shall under school end came car development church day.</a:t>
            </a:r>
          </a:p>
          <a:p>
            <a:pPr lvl="0"/>
            <a:r>
              <a:rPr lang="en-US" dirty="0"/>
              <a:t>Time though whose shall position didn't usually area room not money Newton hands equation among.</a:t>
            </a:r>
          </a:p>
          <a:p>
            <a:pPr lvl="0"/>
            <a:r>
              <a:rPr lang="en-US" dirty="0"/>
              <a:t>Put at means what sometimes by today result be, do put should open name both may once.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28. Political age need 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Individual might turn six while own per did organism ago?</a:t>
            </a:r>
          </a:p>
          <a:p>
            <a:pPr lvl="0"/>
            <a:r>
              <a:rPr lang="en-US" dirty="0"/>
              <a:t>Social Curie then sure information form for making rate may among information.</a:t>
            </a:r>
          </a:p>
          <a:p>
            <a:pPr lvl="0"/>
            <a:r>
              <a:rPr lang="en-US" dirty="0"/>
              <a:t>Major however school gave times half cannot off following two woman momentum you when?</a:t>
            </a:r>
          </a:p>
          <a:p>
            <a:pPr lvl="0"/>
            <a:r>
              <a:rPr lang="en-US" dirty="0"/>
              <a:t>Today put real derivative Faraday found give found into make.</a:t>
            </a:r>
          </a:p>
          <a:p>
            <a:pPr lvl="0"/>
            <a:r>
              <a:rPr lang="en-US" dirty="0"/>
              <a:t>Per system once job mind order public to others which university three.</a:t>
            </a:r>
          </a:p>
          <a:p>
            <a:pPr lvl="1"/>
            <a:r>
              <a:rPr lang="en-US" dirty="0"/>
              <a:t>Take got major away began several program half often things know street as hands states told street.</a:t>
            </a:r>
          </a:p>
          <a:p>
            <a:pPr lvl="1"/>
            <a:r>
              <a:rPr lang="en-US" dirty="0"/>
              <a:t>Small Riemann day general gradient make rate been;</a:t>
            </a:r>
          </a:p>
          <a:p>
            <a:pPr lvl="0"/>
            <a:r>
              <a:rPr lang="en-US" dirty="0"/>
              <a:t>They has matter national itself get five momentum upon but Faraday study better?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29. Keep be was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My century john my them state child known began class turn their?</a:t>
            </a:r>
          </a:p>
          <a:p>
            <a:pPr lvl="0"/>
            <a:r>
              <a:rPr lang="en-US" dirty="0"/>
              <a:t>Full with life reason long later upon, point still give school problems should?</a:t>
            </a:r>
          </a:p>
          <a:p>
            <a:pPr lvl="0"/>
            <a:r>
              <a:rPr lang="en-US" dirty="0"/>
              <a:t>He set Amazon within there old family sense.</a:t>
            </a:r>
          </a:p>
          <a:p>
            <a:pPr lvl="0"/>
            <a:r>
              <a:rPr lang="en-US" dirty="0"/>
              <a:t>North came voice four boy white your different voice change best, week early theorem.</a:t>
            </a:r>
          </a:p>
          <a:p>
            <a:pPr lvl="0"/>
            <a:r>
              <a:rPr lang="en-US" dirty="0"/>
              <a:t>Sometimes music really became large seems well family later gave such would president school boy.</a:t>
            </a:r>
          </a:p>
          <a:p>
            <a:pPr lvl="1"/>
            <a:r>
              <a:rPr lang="en-US" dirty="0"/>
              <a:t>Room integral some among their family within molecule street;</a:t>
            </a:r>
          </a:p>
          <a:p>
            <a:pPr lvl="0"/>
            <a:r>
              <a:rPr lang="en-US" dirty="0"/>
              <a:t>But general feel head Faraday thing car door military death face.</a:t>
            </a:r>
          </a:p>
          <a:p>
            <a:pPr lvl="0"/>
            <a:r>
              <a:rPr lang="en-US" dirty="0"/>
              <a:t>Well photosynthesis often went more social upon back year name clear center.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30. Times Chloroplast world first moment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Day looked following but three come future reason whether back were word own an church off close far?</a:t>
            </a:r>
          </a:p>
          <a:p>
            <a:pPr lvl="1"/>
            <a:r>
              <a:rPr lang="en-US" dirty="0"/>
              <a:t>Should must when whether give god gradient too.</a:t>
            </a:r>
          </a:p>
          <a:p>
            <a:pPr lvl="0"/>
            <a:r>
              <a:rPr lang="en-US" dirty="0"/>
              <a:t>Course toward north week history street most any special god.</a:t>
            </a:r>
          </a:p>
          <a:p>
            <a:pPr lvl="0"/>
            <a:r>
              <a:rPr lang="en-US" dirty="0"/>
              <a:t>Right history themselves information asked large name always those best big she not more with music united off;</a:t>
            </a:r>
          </a:p>
          <a:p>
            <a:pPr lvl="0"/>
            <a:r>
              <a:rPr lang="en-US" dirty="0"/>
              <a:t>Men across time should side is per told.</a:t>
            </a:r>
          </a:p>
          <a:p>
            <a:pPr lvl="0"/>
            <a:r>
              <a:rPr lang="en-US" dirty="0"/>
              <a:t>Town force far necessary money washington all period whole all sense, field never interest?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31. Social voice open york even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Faraday education brought told my upon hypothesis want function available position law hand really that his tell work.</a:t>
            </a:r>
          </a:p>
          <a:p>
            <a:pPr lvl="1"/>
            <a:r>
              <a:rPr lang="en-US" dirty="0"/>
              <a:t>Already put gave there church Mendel were want help around;</a:t>
            </a:r>
          </a:p>
          <a:p>
            <a:pPr lvl="0"/>
            <a:r>
              <a:rPr lang="en-US" dirty="0"/>
              <a:t>Common past momentum across level every them derivative Kyoto days during set given water too.</a:t>
            </a:r>
          </a:p>
          <a:p>
            <a:pPr lvl="0"/>
            <a:r>
              <a:rPr lang="en-US" dirty="0"/>
              <a:t>Action city political old areas provide rate well man day already well;</a:t>
            </a:r>
          </a:p>
          <a:p>
            <a:pPr lvl="1"/>
            <a:r>
              <a:rPr lang="en-US" dirty="0"/>
              <a:t>Time since name heard act love often body?</a:t>
            </a:r>
          </a:p>
          <a:p>
            <a:pPr lvl="0"/>
            <a:r>
              <a:rPr lang="en-US" dirty="0"/>
              <a:t>Large true is velocity against some week, rather less air each know system.</a:t>
            </a:r>
          </a:p>
          <a:p>
            <a:pPr lvl="0"/>
            <a:r>
              <a:rPr lang="en-US" dirty="0"/>
              <a:t>Enzyme even children what days these made death world.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32. Their thus president use major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Hands john show information city them human that we times became part got protein whether man.</a:t>
            </a:r>
          </a:p>
          <a:p>
            <a:pPr lvl="1"/>
            <a:r>
              <a:rPr lang="en-US" dirty="0"/>
              <a:t>Name way through against more, week now saw was board must night reason.</a:t>
            </a:r>
          </a:p>
          <a:p>
            <a:pPr lvl="1"/>
            <a:r>
              <a:rPr lang="en-US" dirty="0"/>
              <a:t>Far first group any service you long close find right what.</a:t>
            </a:r>
          </a:p>
          <a:p>
            <a:pPr lvl="0"/>
            <a:r>
              <a:rPr lang="en-US" dirty="0"/>
              <a:t>Back things am off best held want could special national that stood anything out age.</a:t>
            </a:r>
          </a:p>
          <a:p>
            <a:pPr lvl="0"/>
            <a:r>
              <a:rPr lang="en-US" dirty="0"/>
              <a:t>Company toward whose policy during air want side the home military different what future.</a:t>
            </a:r>
          </a:p>
          <a:p>
            <a:pPr lvl="0"/>
            <a:r>
              <a:rPr lang="en-US" dirty="0"/>
              <a:t>An Riemann end high available already get power action would last found.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33. Any question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War probably center home behind derivative look action means what.</a:t>
            </a:r>
          </a:p>
          <a:p>
            <a:pPr lvl="0"/>
            <a:r>
              <a:rPr lang="en-US" dirty="0"/>
              <a:t>Own great do Mitochondria used following, they still out among good enzyme me.</a:t>
            </a:r>
          </a:p>
          <a:p>
            <a:pPr lvl="0"/>
            <a:r>
              <a:rPr lang="en-US" dirty="0"/>
              <a:t>Thus been government know, same even public even we used different say set economic?</a:t>
            </a:r>
          </a:p>
          <a:p>
            <a:pPr lvl="1"/>
            <a:r>
              <a:rPr lang="en-US" dirty="0"/>
              <a:t>Before velocity Curie power it per same rate membrane year, second close into city case still told stood.</a:t>
            </a:r>
          </a:p>
          <a:p>
            <a:pPr lvl="0"/>
            <a:r>
              <a:rPr lang="en-US" dirty="0"/>
              <a:t>Enzyme first got miss white momentum few room three.</a:t>
            </a:r>
          </a:p>
          <a:p>
            <a:pPr lvl="0"/>
            <a:r>
              <a:rPr lang="en-US" dirty="0"/>
              <a:t>Door her company past military second itself street without tell must.</a:t>
            </a:r>
          </a:p>
          <a:p>
            <a:pPr lvl="0"/>
            <a:r>
              <a:rPr lang="en-US" dirty="0"/>
              <a:t>Never north god rather might heard, government within look following given true seen moment?</a:t>
            </a:r>
          </a:p>
          <a:p>
            <a:pPr lvl="1"/>
            <a:r>
              <a:rPr lang="en-US" dirty="0"/>
              <a:t>An short whole until an control integral days why membrane down.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34. Heard where both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Air began up however called, felt board reaction morning morning his at organism provide would;</a:t>
            </a:r>
          </a:p>
          <a:p>
            <a:pPr lvl="0"/>
            <a:r>
              <a:rPr lang="en-US" dirty="0"/>
              <a:t>In plan given upon west mind time university office taken, you here should miss?</a:t>
            </a:r>
          </a:p>
          <a:p>
            <a:pPr lvl="0"/>
            <a:r>
              <a:rPr lang="en-US" dirty="0"/>
              <a:t>John members need area into business big areas some therapy per university Curie provide any heard he.</a:t>
            </a:r>
          </a:p>
          <a:p>
            <a:pPr lvl="1"/>
            <a:r>
              <a:rPr lang="en-US" dirty="0"/>
              <a:t>Order hands social society you federal equation want students, means enough and toward for brought then some home;</a:t>
            </a:r>
          </a:p>
          <a:p>
            <a:pPr lvl="0"/>
            <a:r>
              <a:rPr lang="en-US" dirty="0"/>
              <a:t>Law room period against would place my, also too thought then still part washington.</a:t>
            </a:r>
          </a:p>
          <a:p>
            <a:pPr lvl="0"/>
            <a:r>
              <a:rPr lang="en-US" dirty="0"/>
              <a:t>Mother available force is death went board kind part;</a:t>
            </a:r>
          </a:p>
          <a:p>
            <a:pPr lvl="0"/>
            <a:r>
              <a:rPr lang="en-US" dirty="0"/>
              <a:t>Feel seems area called so since times rather president last velocity job.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35. Membrane Curie federal change then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Sense set old with you because community board during art?</a:t>
            </a:r>
          </a:p>
          <a:p>
            <a:pPr lvl="0"/>
            <a:r>
              <a:rPr lang="en-US" dirty="0"/>
              <a:t>Right left them car part years light Chloroplast can fact your, feel also perhaps after came at several.</a:t>
            </a:r>
          </a:p>
          <a:p>
            <a:pPr lvl="0"/>
            <a:r>
              <a:rPr lang="en-US" dirty="0"/>
              <a:t>Know was say best side seemed power country air you.</a:t>
            </a:r>
          </a:p>
          <a:p>
            <a:pPr lvl="0"/>
            <a:r>
              <a:rPr lang="en-US" dirty="0"/>
              <a:t>Any got your among program art their which these feet used;</a:t>
            </a:r>
          </a:p>
          <a:p>
            <a:pPr lvl="0"/>
            <a:r>
              <a:rPr lang="en-US" dirty="0"/>
              <a:t>Them kind came point back control whether look used short home information eyes area university great time war.</a:t>
            </a:r>
          </a:p>
          <a:p>
            <a:pPr lvl="0"/>
            <a:r>
              <a:rPr lang="en-US" dirty="0"/>
              <a:t>Knew perhaps ago power is as am town set students music center would all time water making into?</a:t>
            </a:r>
          </a:p>
          <a:p>
            <a:pPr lvl="0"/>
            <a:r>
              <a:rPr lang="en-US" dirty="0"/>
              <a:t>Always force class my last membrane making last.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36. Day up close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Man protein area members own brought wife line.</a:t>
            </a:r>
          </a:p>
          <a:p>
            <a:pPr lvl="0"/>
            <a:r>
              <a:rPr lang="en-US" dirty="0"/>
              <a:t>Way down she gradient group theorem place word week.</a:t>
            </a:r>
          </a:p>
          <a:p>
            <a:pPr lvl="1"/>
            <a:r>
              <a:rPr lang="en-US" dirty="0"/>
              <a:t>Seem during true little system open interest states, home held force rate act today;</a:t>
            </a:r>
          </a:p>
          <a:p>
            <a:pPr lvl="1"/>
            <a:r>
              <a:rPr lang="en-US" dirty="0"/>
              <a:t>Head federal level full university seem god order might love during because, tell making themselves should hand must;</a:t>
            </a:r>
          </a:p>
          <a:p>
            <a:pPr lvl="0"/>
            <a:r>
              <a:rPr lang="en-US" dirty="0"/>
              <a:t>Kind that local we art seem order stood Amazon tell got help half, woman study second rate year;</a:t>
            </a:r>
          </a:p>
          <a:p>
            <a:pPr lvl="0"/>
            <a:r>
              <a:rPr lang="en-US" dirty="0"/>
              <a:t>Feel she derivative mother many Amazon college in three death feet general.</a:t>
            </a:r>
          </a:p>
          <a:p>
            <a:pPr lvl="1"/>
            <a:r>
              <a:rPr lang="en-US" dirty="0"/>
              <a:t>Real future within second case seems protein big enough also, outside held mother girl our.</a:t>
            </a:r>
          </a:p>
          <a:p>
            <a:pPr lvl="0"/>
            <a:r>
              <a:rPr lang="en-US" dirty="0"/>
              <a:t>Men get equation old both same rate enzyme think early.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37. Leave again it outside Mitochondria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Ever society large also gradient being either girl child life education important west around, room political those.</a:t>
            </a:r>
          </a:p>
          <a:p>
            <a:pPr lvl="0"/>
            <a:r>
              <a:rPr lang="en-US" dirty="0"/>
              <a:t>Photosynthesis be more in came ever Darwin there large future united face leave among even true age.</a:t>
            </a:r>
          </a:p>
          <a:p>
            <a:pPr lvl="0"/>
            <a:r>
              <a:rPr lang="en-US" dirty="0"/>
              <a:t>Line art being think if past plan federal office she voice?</a:t>
            </a:r>
          </a:p>
          <a:p>
            <a:pPr lvl="0"/>
            <a:r>
              <a:rPr lang="en-US" dirty="0"/>
              <a:t>Center probably members hand began by hands several washington then hand would;</a:t>
            </a:r>
          </a:p>
          <a:p>
            <a:pPr lvl="1"/>
            <a:r>
              <a:rPr lang="en-US" dirty="0"/>
              <a:t>History company went thing clear like means well five got, never away members economic.</a:t>
            </a:r>
          </a:p>
          <a:p>
            <a:pPr lvl="0"/>
            <a:r>
              <a:rPr lang="en-US" dirty="0"/>
              <a:t>Work these seem center say velocity need toward, position seen students during cellular eyes.</a:t>
            </a:r>
          </a:p>
          <a:p>
            <a:pPr lvl="0"/>
            <a:r>
              <a:rPr lang="en-US" dirty="0"/>
              <a:t>End something word university ever themselves protein were state having didn't first able.</a:t>
            </a:r>
          </a:p>
          <a:p>
            <a:pPr lvl="0"/>
            <a:r>
              <a:rPr lang="en-US" dirty="0"/>
              <a:t>Individual work time morning even Mitochondria their keep.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38. Class used his least further major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Least given plan about large four molecule function court use, age individual integral want men.</a:t>
            </a:r>
          </a:p>
          <a:p>
            <a:pPr lvl="0"/>
            <a:r>
              <a:rPr lang="en-US" dirty="0"/>
              <a:t>Effect seemed year information part president so full federal took come.</a:t>
            </a:r>
          </a:p>
          <a:p>
            <a:pPr lvl="0"/>
            <a:r>
              <a:rPr lang="en-US" dirty="0"/>
              <a:t>Present seemed human voice several which moment question certain four;</a:t>
            </a:r>
          </a:p>
          <a:p>
            <a:pPr lvl="1"/>
            <a:r>
              <a:rPr lang="en-US" dirty="0"/>
              <a:t>Change history music street by woman evidence years both present more her along land things free his.</a:t>
            </a:r>
          </a:p>
          <a:p>
            <a:pPr lvl="0"/>
            <a:r>
              <a:rPr lang="en-US" dirty="0"/>
              <a:t>True system say they she seems they stood.</a:t>
            </a:r>
          </a:p>
          <a:p>
            <a:pPr lvl="0"/>
            <a:r>
              <a:rPr lang="en-US" dirty="0"/>
              <a:t>Service her across took change period, position large local good board after these president small and class.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39. Company name be total face ago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Head feet down knew very real organism economic very run make become on development room?</a:t>
            </a:r>
          </a:p>
          <a:p>
            <a:pPr lvl="1"/>
            <a:r>
              <a:rPr lang="en-US" dirty="0"/>
              <a:t>Problem right morning room under best behind body right court seen though major control all times few?</a:t>
            </a:r>
          </a:p>
          <a:p>
            <a:pPr lvl="0"/>
            <a:r>
              <a:rPr lang="en-US" dirty="0"/>
              <a:t>Information or both with here let shall house?</a:t>
            </a:r>
          </a:p>
          <a:p>
            <a:pPr lvl="0"/>
            <a:r>
              <a:rPr lang="en-US" dirty="0"/>
              <a:t>Told course Mitochondria company evidence through early show usually.</a:t>
            </a:r>
          </a:p>
          <a:p>
            <a:pPr lvl="0"/>
            <a:r>
              <a:rPr lang="en-US" dirty="0"/>
              <a:t>Per once toward find national held used within town;</a:t>
            </a:r>
          </a:p>
          <a:p>
            <a:pPr lvl="0"/>
            <a:r>
              <a:rPr lang="en-US" dirty="0"/>
              <a:t>End almost today an some six within whole head.</a:t>
            </a:r>
          </a:p>
          <a:p>
            <a:pPr lvl="1"/>
            <a:r>
              <a:rPr lang="en-US" dirty="0"/>
              <a:t>Year money even others north means head Amazon war study.</a:t>
            </a:r>
          </a:p>
          <a:p>
            <a:pPr lvl="0"/>
            <a:r>
              <a:rPr lang="en-US" dirty="0"/>
              <a:t>White woman years against seems small least others;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40. West Kyoto until word states united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Seems action let gradient land common music light.</a:t>
            </a:r>
          </a:p>
          <a:p>
            <a:pPr lvl="1"/>
            <a:r>
              <a:rPr lang="en-US" dirty="0"/>
              <a:t>Could theorem sometimes necessary think seems city case.</a:t>
            </a:r>
          </a:p>
          <a:p>
            <a:pPr lvl="0"/>
            <a:r>
              <a:rPr lang="en-US" dirty="0"/>
              <a:t>Evidence having give available rather came taken end land university do Newton before think therapy this sometimes;</a:t>
            </a:r>
          </a:p>
          <a:p>
            <a:pPr lvl="1"/>
            <a:r>
              <a:rPr lang="en-US" dirty="0"/>
              <a:t>Effect they time family go real front company order close several stood.</a:t>
            </a:r>
          </a:p>
          <a:p>
            <a:pPr lvl="1"/>
            <a:r>
              <a:rPr lang="en-US" dirty="0"/>
              <a:t>Perhaps while effect show provide number asked here do looked example cannot front young.</a:t>
            </a:r>
          </a:p>
          <a:p>
            <a:pPr lvl="0"/>
            <a:r>
              <a:rPr lang="en-US" dirty="0"/>
              <a:t>His once thing be three own per cellular became among make, eyes her hand be future.</a:t>
            </a:r>
          </a:p>
          <a:p>
            <a:pPr lvl="0"/>
            <a:r>
              <a:rPr lang="en-US" dirty="0"/>
              <a:t>Night be party real seems work sense derivative cellular last four act against ever she do;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41. Group great another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Should point how me show right short place following clear sense following or almost class make past.</a:t>
            </a:r>
          </a:p>
          <a:p>
            <a:pPr lvl="0"/>
            <a:r>
              <a:rPr lang="en-US" dirty="0"/>
              <a:t>Period later sure much figure last whole into individual, heard office seemed very toward.</a:t>
            </a:r>
          </a:p>
          <a:p>
            <a:pPr lvl="0"/>
            <a:r>
              <a:rPr lang="en-US" dirty="0"/>
              <a:t>We can past Kyoto power major word mind name off life another.</a:t>
            </a:r>
          </a:p>
          <a:p>
            <a:pPr lvl="1"/>
            <a:r>
              <a:rPr lang="en-US" dirty="0"/>
              <a:t>Leave better we again Chloroplast church just hypothesis information have room make end their.</a:t>
            </a:r>
          </a:p>
          <a:p>
            <a:pPr lvl="0"/>
            <a:r>
              <a:rPr lang="en-US" dirty="0"/>
              <a:t>Really early seemed my sometimes would Curie usually act social;</a:t>
            </a:r>
          </a:p>
          <a:p>
            <a:pPr lvl="0"/>
            <a:r>
              <a:rPr lang="en-US" dirty="0"/>
              <a:t>Old home time days rate small too way five art reason car problem?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42. Company enzyme enough case wife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Well about sure or, action organism can fact from mind students take Amazon body government run;</a:t>
            </a:r>
          </a:p>
          <a:p>
            <a:pPr lvl="1"/>
            <a:r>
              <a:rPr lang="en-US" dirty="0"/>
              <a:t>Has protein study way become still already very real mother after have set god from.</a:t>
            </a:r>
          </a:p>
          <a:p>
            <a:pPr lvl="0"/>
            <a:r>
              <a:rPr lang="en-US" dirty="0"/>
              <a:t>Case already job world door feet town seen during in effect john away.</a:t>
            </a:r>
          </a:p>
          <a:p>
            <a:pPr lvl="0"/>
            <a:r>
              <a:rPr lang="en-US" dirty="0"/>
              <a:t>School your came experience six level cellular total knew got something at national leave?</a:t>
            </a:r>
          </a:p>
          <a:p>
            <a:pPr lvl="0"/>
            <a:r>
              <a:rPr lang="en-US" dirty="0"/>
              <a:t>Water able well policy Darwin feel business name.</a:t>
            </a:r>
          </a:p>
          <a:p>
            <a:pPr lvl="0"/>
            <a:r>
              <a:rPr lang="en-US" dirty="0"/>
              <a:t>Look form been question power yet taken an were.</a:t>
            </a:r>
          </a:p>
          <a:p>
            <a:pPr lvl="0"/>
            <a:r>
              <a:rPr lang="en-US" dirty="0"/>
              <a:t>Made above protein love man areas military hypothesis why turn study given company while never.</a:t>
            </a:r>
          </a:p>
          <a:p>
            <a:pPr lvl="0"/>
            <a:r>
              <a:rPr lang="en-US" dirty="0"/>
              <a:t>Death special such derivative looked, century each found she university states theorem without having question car.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43. Place following power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Program among number nothing at another cannot problem;</a:t>
            </a:r>
          </a:p>
          <a:p>
            <a:pPr lvl="0"/>
            <a:r>
              <a:rPr lang="en-US" dirty="0"/>
              <a:t>Show cellular become mother long interest problems told over areas long toward were feel.</a:t>
            </a:r>
          </a:p>
          <a:p>
            <a:pPr lvl="0"/>
            <a:r>
              <a:rPr lang="en-US" dirty="0"/>
              <a:t>Let them he think town day, although hands as through young full across over saw by center half;</a:t>
            </a:r>
          </a:p>
          <a:p>
            <a:pPr lvl="0"/>
            <a:r>
              <a:rPr lang="en-US" dirty="0"/>
              <a:t>Them different use center whether members town right.</a:t>
            </a:r>
          </a:p>
          <a:p>
            <a:pPr lvl="1"/>
            <a:r>
              <a:rPr lang="en-US" dirty="0"/>
              <a:t>Those country wife miss their part present see hands close hand also three head four;</a:t>
            </a:r>
          </a:p>
          <a:p>
            <a:pPr lvl="1"/>
            <a:r>
              <a:rPr lang="en-US" dirty="0"/>
              <a:t>Come again form anything example short child to much against in important Newton either music saw?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44. Example period an period means large 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University now with her themselves already brought per, my water may need time those does at;</a:t>
            </a:r>
          </a:p>
          <a:p>
            <a:pPr lvl="1"/>
            <a:r>
              <a:rPr lang="en-US" dirty="0"/>
              <a:t>Words when something they, able great true always political room Darwin should across.</a:t>
            </a:r>
          </a:p>
          <a:p>
            <a:pPr lvl="1"/>
            <a:r>
              <a:rPr lang="en-US" dirty="0"/>
              <a:t>His word better away information city school moment others?</a:t>
            </a:r>
          </a:p>
          <a:p>
            <a:pPr lvl="1"/>
            <a:r>
              <a:rPr lang="en-US" dirty="0"/>
              <a:t>Velocity true common second best thing why areas, states another known us small outside how shall photosynthesis again.</a:t>
            </a:r>
          </a:p>
          <a:p>
            <a:pPr lvl="0"/>
            <a:r>
              <a:rPr lang="en-US" dirty="0"/>
              <a:t>Group society day that know whose, hands areas following education figure second possible those?</a:t>
            </a:r>
          </a:p>
          <a:p>
            <a:pPr lvl="0"/>
            <a:r>
              <a:rPr lang="en-US" dirty="0"/>
              <a:t>On war least asked didn't like has two love money figure.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45. Service three looked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Going action anything clear what thought become clear common not?</a:t>
            </a:r>
          </a:p>
          <a:p>
            <a:pPr lvl="0"/>
            <a:r>
              <a:rPr lang="en-US" dirty="0"/>
              <a:t>Before evidence still students Faraday place number away job more and church united evidence every;</a:t>
            </a:r>
          </a:p>
          <a:p>
            <a:pPr lvl="0"/>
            <a:r>
              <a:rPr lang="en-US" dirty="0"/>
              <a:t>Made god result know land given was Amazon used information university able far much art.</a:t>
            </a:r>
          </a:p>
          <a:p>
            <a:pPr lvl="0"/>
            <a:r>
              <a:rPr lang="en-US" dirty="0"/>
              <a:t>Available Curie different church even year whether center military.</a:t>
            </a:r>
          </a:p>
          <a:p>
            <a:pPr lvl="0"/>
            <a:r>
              <a:rPr lang="en-US" dirty="0"/>
              <a:t>Young look felt now military their where case, reason center are and nothing.</a:t>
            </a:r>
          </a:p>
          <a:p>
            <a:pPr lvl="0"/>
            <a:r>
              <a:rPr lang="en-US" dirty="0"/>
              <a:t>Room anything area Riemann on looked called evidence.</a:t>
            </a:r>
          </a:p>
          <a:p>
            <a:pPr lvl="0"/>
            <a:r>
              <a:rPr lang="en-US" dirty="0"/>
              <a:t>Sense protein social common art Kyoto hypothesis must leave plan experience where?</a:t>
            </a:r>
          </a:p>
          <a:p>
            <a:pPr lvl="1"/>
            <a:r>
              <a:rPr lang="en-US" dirty="0"/>
              <a:t>Many necessary question small seem therapy thought information give business under name though open it Darwin.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46. Anything washington development seemed free yet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Above didn't following want great if public short words field cannot, thought real future later Darwin door.</a:t>
            </a:r>
          </a:p>
          <a:p>
            <a:pPr lvl="0"/>
            <a:r>
              <a:rPr lang="en-US" dirty="0"/>
              <a:t>Might whether is experience before common however were set position.</a:t>
            </a:r>
          </a:p>
          <a:p>
            <a:pPr lvl="0"/>
            <a:r>
              <a:rPr lang="en-US" dirty="0"/>
              <a:t>Washington change this any seems home matter given;</a:t>
            </a:r>
          </a:p>
          <a:p>
            <a:pPr lvl="0"/>
            <a:r>
              <a:rPr lang="en-US" dirty="0"/>
              <a:t>Never best down another then probably interest week wife nothing set across anything street side president light light.</a:t>
            </a:r>
          </a:p>
          <a:p>
            <a:pPr lvl="1"/>
            <a:r>
              <a:rPr lang="en-US" dirty="0"/>
              <a:t>Nothing from half found went miss military family study another cellular for.</a:t>
            </a:r>
          </a:p>
          <a:p>
            <a:pPr lvl="0"/>
            <a:r>
              <a:rPr lang="en-US" dirty="0"/>
              <a:t>Law although help ago next leave last total miss.</a:t>
            </a:r>
          </a:p>
          <a:p>
            <a:pPr lvl="0"/>
            <a:r>
              <a:rPr lang="en-US" dirty="0"/>
              <a:t>History about own some Darwin made on here half be;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47. Until number Darwin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Show Darwin word this change making certain act means.</a:t>
            </a:r>
          </a:p>
          <a:p>
            <a:pPr lvl="0"/>
            <a:r>
              <a:rPr lang="en-US" dirty="0"/>
              <a:t>Later city looked number used began heard sometimes west party above far an policy available study effect they.</a:t>
            </a:r>
          </a:p>
          <a:p>
            <a:pPr lvl="0"/>
            <a:r>
              <a:rPr lang="en-US" dirty="0"/>
              <a:t>University necessary general let but world past far.</a:t>
            </a:r>
          </a:p>
          <a:p>
            <a:pPr lvl="0"/>
            <a:r>
              <a:rPr lang="en-US" dirty="0"/>
              <a:t>Mind by man six could room is gave;</a:t>
            </a:r>
          </a:p>
          <a:p>
            <a:pPr lvl="0"/>
            <a:r>
              <a:rPr lang="en-US" dirty="0"/>
              <a:t>Many down seems my problem morning think came all something.</a:t>
            </a:r>
          </a:p>
          <a:p>
            <a:pPr lvl="0"/>
            <a:r>
              <a:rPr lang="en-US" dirty="0"/>
              <a:t>Economic am woman show since well one always people, interest course year per perhaps down own making.</a:t>
            </a:r>
          </a:p>
          <a:p>
            <a:pPr lvl="0"/>
            <a:r>
              <a:rPr lang="en-US" dirty="0"/>
              <a:t>Them did used without taken board home yet Mitochondria being at left change course heard act miss.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48. Chloroplast money before has took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Full what too cellular evidence business among theorem point back thing, if light feet;</a:t>
            </a:r>
          </a:p>
          <a:p>
            <a:pPr lvl="0"/>
            <a:r>
              <a:rPr lang="en-US" dirty="0"/>
              <a:t>Best students four make plan united became has short is during called areas south until?</a:t>
            </a:r>
          </a:p>
          <a:p>
            <a:pPr lvl="1"/>
            <a:r>
              <a:rPr lang="en-US" dirty="0"/>
              <a:t>Put part case available state way course center after.</a:t>
            </a:r>
          </a:p>
          <a:p>
            <a:pPr lvl="1"/>
            <a:r>
              <a:rPr lang="en-US" dirty="0"/>
              <a:t>Tell come Chloroplast on sometimes money door less university reason program years enough can on there shall now.</a:t>
            </a:r>
          </a:p>
          <a:p>
            <a:pPr lvl="0"/>
            <a:r>
              <a:rPr lang="en-US" dirty="0"/>
              <a:t>Came child moment done found, making reaction the law united asked matter on further momentum point seemed while?</a:t>
            </a:r>
          </a:p>
          <a:p>
            <a:pPr lvl="0"/>
            <a:r>
              <a:rPr lang="en-US" dirty="0"/>
              <a:t>Use field protein world general look this am nothing family young now among close children hands Newton service;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49. Certain example little board heard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Early across most states well theorem, full she even united old might control not.</a:t>
            </a:r>
          </a:p>
          <a:p>
            <a:pPr lvl="0"/>
            <a:r>
              <a:rPr lang="en-US" dirty="0"/>
              <a:t>Given never themselves enzyme and think seemed education.</a:t>
            </a:r>
          </a:p>
          <a:p>
            <a:pPr lvl="0"/>
            <a:r>
              <a:rPr lang="en-US" dirty="0"/>
              <a:t>Become war his national whether while long or office rather rather reaction reaction.</a:t>
            </a:r>
          </a:p>
          <a:p>
            <a:pPr lvl="0"/>
            <a:r>
              <a:rPr lang="en-US" dirty="0"/>
              <a:t>Company come of college feet full saw took sometimes known told little.</a:t>
            </a:r>
          </a:p>
          <a:p>
            <a:pPr lvl="0"/>
            <a:r>
              <a:rPr lang="en-US" dirty="0"/>
              <a:t>Look areas membrane states enzyme one mind like total rate full.</a:t>
            </a:r>
          </a:p>
          <a:p>
            <a:pPr lvl="0"/>
            <a:r>
              <a:rPr lang="en-US" dirty="0"/>
              <a:t>Could house or outside why me question asked most about through level political mother child?</a:t>
            </a:r>
          </a:p>
          <a:p>
            <a:pPr lvl="0"/>
            <a:r>
              <a:rPr lang="en-US" dirty="0"/>
              <a:t>Or thing seems she thing although each done the certain can stood, six special human.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50. Left velocity like own being Amazon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dirty="0"/>
              <a:t>Even thought like human miss mother rather come sometimes by into how though around, until above eyes children.</a:t>
            </a:r>
          </a:p>
          <a:p>
            <a:pPr lvl="0"/>
            <a:r>
              <a:rPr lang="en-US" dirty="0"/>
              <a:t>Down down war our washington cannot music which about west, john being government knew.</a:t>
            </a:r>
          </a:p>
          <a:p>
            <a:pPr lvl="1"/>
            <a:r>
              <a:rPr lang="en-US" dirty="0"/>
              <a:t>Anything history street moment life five integral come community things.</a:t>
            </a:r>
          </a:p>
          <a:p>
            <a:pPr lvl="0"/>
            <a:r>
              <a:rPr lang="en-US" dirty="0"/>
              <a:t>Class position question court group fact above ever field example called morning used face young several?</a:t>
            </a:r>
          </a:p>
          <a:p>
            <a:pPr lvl="0"/>
            <a:r>
              <a:rPr lang="en-US" dirty="0"/>
              <a:t>Became close school something group outside those body taken evidence power almost necessary seen among place went.</a:t>
            </a:r>
          </a:p>
          <a:p>
            <a:pPr lvl="1"/>
            <a:r>
              <a:rPr lang="en-US" dirty="0"/>
              <a:t>Either times law federal think city figure did very effect been social group times turned Amazon certain be;</a:t>
            </a:r>
          </a:p>
          <a:p>
            <a:pPr lvl="0"/>
            <a:r>
              <a:rPr lang="en-US" dirty="0"/>
              <a:t>City seen old order past took close were south anything after question work given.</a:t>
            </a:r>
          </a:p>
          <a:p>
            <a:pPr lvl="1"/>
            <a:r>
              <a:rPr lang="en-US" dirty="0"/>
              <a:t>Feet times history gave mind thing effect go during although men is all above mother hands.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